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9753600" cx="9753600"/>
  <p:notesSz cx="6858000" cy="9144000"/>
  <p:embeddedFontLst>
    <p:embeddedFont>
      <p:font typeface="Google Sans SemiBold"/>
      <p:regular r:id="rId16"/>
      <p:bold r:id="rId17"/>
      <p:italic r:id="rId18"/>
      <p:boldItalic r:id="rId19"/>
    </p:embeddedFont>
    <p:embeddedFont>
      <p:font typeface="Google Sans"/>
      <p:regular r:id="rId20"/>
      <p:bold r:id="rId21"/>
      <p:italic r:id="rId22"/>
      <p:boldItalic r:id="rId23"/>
    </p:embeddedFont>
    <p:embeddedFont>
      <p:font typeface="Google Sans Medium"/>
      <p:regular r:id="rId24"/>
      <p:bold r:id="rId25"/>
      <p:italic r:id="rId26"/>
      <p:boldItalic r:id="rId27"/>
    </p:embeddedFont>
    <p:embeddedFont>
      <p:font typeface="Google Sans Flex Medium"/>
      <p:regular r:id="rId28"/>
      <p:bold r:id="rId29"/>
    </p:embeddedFont>
    <p:embeddedFont>
      <p:font typeface="Google Sans Flex"/>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0">
          <p15:clr>
            <a:srgbClr val="747775"/>
          </p15:clr>
        </p15:guide>
        <p15:guide id="2" orient="horz" pos="591">
          <p15:clr>
            <a:srgbClr val="747775"/>
          </p15:clr>
        </p15:guide>
        <p15:guide id="3" pos="127">
          <p15:clr>
            <a:srgbClr val="747775"/>
          </p15:clr>
        </p15:guide>
        <p15:guide id="4" pos="605">
          <p15:clr>
            <a:srgbClr val="747775"/>
          </p15:clr>
        </p15:guide>
      </p15:sldGuideLst>
    </p:ext>
    <p:ext uri="GoogleSlidesCustomDataVersion2">
      <go:slidesCustomData xmlns:go="http://customooxmlschemas.google.com/" r:id="rId32" roundtripDataSignature="AMtx7mgbA0u/St6LTrfxFhdq5+r96zWq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90" orient="horz"/>
        <p:guide pos="591" orient="horz"/>
        <p:guide pos="127"/>
        <p:guide pos="60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oogleSans-regular.fntdata"/><Relationship Id="rId22" Type="http://schemas.openxmlformats.org/officeDocument/2006/relationships/font" Target="fonts/GoogleSans-italic.fntdata"/><Relationship Id="rId21" Type="http://schemas.openxmlformats.org/officeDocument/2006/relationships/font" Target="fonts/GoogleSans-bold.fntdata"/><Relationship Id="rId24" Type="http://schemas.openxmlformats.org/officeDocument/2006/relationships/font" Target="fonts/GoogleSansMedium-regular.fntdata"/><Relationship Id="rId23" Type="http://schemas.openxmlformats.org/officeDocument/2006/relationships/font" Target="fonts/Google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GoogleSansMedium-italic.fntdata"/><Relationship Id="rId25" Type="http://schemas.openxmlformats.org/officeDocument/2006/relationships/font" Target="fonts/GoogleSansMedium-bold.fntdata"/><Relationship Id="rId28" Type="http://schemas.openxmlformats.org/officeDocument/2006/relationships/font" Target="fonts/GoogleSansFlexMedium-regular.fntdata"/><Relationship Id="rId27" Type="http://schemas.openxmlformats.org/officeDocument/2006/relationships/font" Target="fonts/GoogleSans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GoogleSansFlex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oogleSansFlex-bold.fntdata"/><Relationship Id="rId30" Type="http://schemas.openxmlformats.org/officeDocument/2006/relationships/font" Target="fonts/GoogleSansFlex-regular.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GoogleSansSemiBold-bold.fntdata"/><Relationship Id="rId16" Type="http://schemas.openxmlformats.org/officeDocument/2006/relationships/font" Target="fonts/GoogleSansSemiBold-regular.fntdata"/><Relationship Id="rId19" Type="http://schemas.openxmlformats.org/officeDocument/2006/relationships/font" Target="fonts/GoogleSansSemiBold-boldItalic.fntdata"/><Relationship Id="rId18" Type="http://schemas.openxmlformats.org/officeDocument/2006/relationships/font" Target="fonts/GoogleSans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1pPr>
            <a:lvl2pPr indent="-298450" lvl="1" marL="9144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2pPr>
            <a:lvl3pPr indent="-298450" lvl="2" marL="13716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3pPr>
            <a:lvl4pPr indent="-298450" lvl="3" marL="18288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4pPr>
            <a:lvl5pPr indent="-298450" lvl="4" marL="22860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5pPr>
            <a:lvl6pPr indent="-298450" lvl="5" marL="27432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6pPr>
            <a:lvl7pPr indent="-298450" lvl="6" marL="32004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7pPr>
            <a:lvl8pPr indent="-298450" lvl="7" marL="36576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8pPr>
            <a:lvl9pPr indent="-298450" lvl="8" marL="4114800" marR="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
        <p:nvSpPr>
          <p:cNvPr id="189" name="Google Shape;18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nl-BE"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h2970144f53c11804_0_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h2970144f53c1180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2970144f53c11804_0_196: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h2970144f53c11804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2970144f53c11804_0_279: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2970144f53c11804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2970144f53c11804_1_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h2970144f53c11804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7"/>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UD #202124 1">
  <p:cSld name="TITLE_1_5">
    <p:bg>
      <p:bgPr>
        <a:solidFill>
          <a:srgbClr val="202124"/>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002e83a5c272dc0_9_0)">
  <p:cSld name="Generated (h6002e83a5c272dc0_9_0)">
    <p:spTree>
      <p:nvGrpSpPr>
        <p:cNvPr id="12"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 titelpagina">
  <p:cSld name="Dia titelpagina">
    <p:spTree>
      <p:nvGrpSpPr>
        <p:cNvPr id="13" name="Shape 13"/>
        <p:cNvGrpSpPr/>
        <p:nvPr/>
      </p:nvGrpSpPr>
      <p:grpSpPr>
        <a:xfrm>
          <a:off x="0" y="0"/>
          <a:ext cx="0" cy="0"/>
          <a:chOff x="0" y="0"/>
          <a:chExt cx="0" cy="0"/>
        </a:xfrm>
      </p:grpSpPr>
      <p:sp>
        <p:nvSpPr>
          <p:cNvPr id="14" name="Google Shape;14;p10"/>
          <p:cNvSpPr txBox="1"/>
          <p:nvPr>
            <p:ph type="title"/>
          </p:nvPr>
        </p:nvSpPr>
        <p:spPr>
          <a:xfrm>
            <a:off x="670560" y="2272898"/>
            <a:ext cx="4714240" cy="3652299"/>
          </a:xfrm>
          <a:prstGeom prst="rect">
            <a:avLst/>
          </a:prstGeom>
          <a:noFill/>
          <a:ln>
            <a:noFill/>
          </a:ln>
        </p:spPr>
        <p:txBody>
          <a:bodyPr anchorCtr="0" anchor="t" bIns="122800" lIns="122800" spcFirstLastPara="1" rIns="122800" wrap="square" tIns="122800">
            <a:normAutofit/>
          </a:bodyPr>
          <a:lstStyle>
            <a:lvl1pPr lvl="0" algn="l">
              <a:lnSpc>
                <a:spcPct val="100000"/>
              </a:lnSpc>
              <a:spcBef>
                <a:spcPts val="0"/>
              </a:spcBef>
              <a:spcAft>
                <a:spcPts val="0"/>
              </a:spcAft>
              <a:buSzPts val="3761"/>
              <a:buNone/>
              <a:defRPr b="1" i="0" sz="3520">
                <a:solidFill>
                  <a:schemeClr val="accent1"/>
                </a:solidFill>
                <a:latin typeface="Arial"/>
                <a:ea typeface="Arial"/>
                <a:cs typeface="Arial"/>
                <a:sym typeface="Arial"/>
              </a:defRPr>
            </a:lvl1pPr>
            <a:lvl2pPr lvl="1" algn="l">
              <a:lnSpc>
                <a:spcPct val="100000"/>
              </a:lnSpc>
              <a:spcBef>
                <a:spcPts val="0"/>
              </a:spcBef>
              <a:spcAft>
                <a:spcPts val="0"/>
              </a:spcAft>
              <a:buSzPts val="3761"/>
              <a:buNone/>
              <a:defRPr/>
            </a:lvl2pPr>
            <a:lvl3pPr lvl="2" algn="l">
              <a:lnSpc>
                <a:spcPct val="100000"/>
              </a:lnSpc>
              <a:spcBef>
                <a:spcPts val="0"/>
              </a:spcBef>
              <a:spcAft>
                <a:spcPts val="0"/>
              </a:spcAft>
              <a:buSzPts val="3761"/>
              <a:buNone/>
              <a:defRPr/>
            </a:lvl3pPr>
            <a:lvl4pPr lvl="3" algn="l">
              <a:lnSpc>
                <a:spcPct val="100000"/>
              </a:lnSpc>
              <a:spcBef>
                <a:spcPts val="0"/>
              </a:spcBef>
              <a:spcAft>
                <a:spcPts val="0"/>
              </a:spcAft>
              <a:buSzPts val="3761"/>
              <a:buNone/>
              <a:defRPr/>
            </a:lvl4pPr>
            <a:lvl5pPr lvl="4" algn="l">
              <a:lnSpc>
                <a:spcPct val="100000"/>
              </a:lnSpc>
              <a:spcBef>
                <a:spcPts val="0"/>
              </a:spcBef>
              <a:spcAft>
                <a:spcPts val="0"/>
              </a:spcAft>
              <a:buSzPts val="3761"/>
              <a:buNone/>
              <a:defRPr/>
            </a:lvl5pPr>
            <a:lvl6pPr lvl="5" algn="l">
              <a:lnSpc>
                <a:spcPct val="100000"/>
              </a:lnSpc>
              <a:spcBef>
                <a:spcPts val="0"/>
              </a:spcBef>
              <a:spcAft>
                <a:spcPts val="0"/>
              </a:spcAft>
              <a:buSzPts val="3761"/>
              <a:buNone/>
              <a:defRPr/>
            </a:lvl6pPr>
            <a:lvl7pPr lvl="6" algn="l">
              <a:lnSpc>
                <a:spcPct val="100000"/>
              </a:lnSpc>
              <a:spcBef>
                <a:spcPts val="0"/>
              </a:spcBef>
              <a:spcAft>
                <a:spcPts val="0"/>
              </a:spcAft>
              <a:buSzPts val="3761"/>
              <a:buNone/>
              <a:defRPr/>
            </a:lvl7pPr>
            <a:lvl8pPr lvl="7" algn="l">
              <a:lnSpc>
                <a:spcPct val="100000"/>
              </a:lnSpc>
              <a:spcBef>
                <a:spcPts val="0"/>
              </a:spcBef>
              <a:spcAft>
                <a:spcPts val="0"/>
              </a:spcAft>
              <a:buSzPts val="3761"/>
              <a:buNone/>
              <a:defRPr/>
            </a:lvl8pPr>
            <a:lvl9pPr lvl="8" algn="l">
              <a:lnSpc>
                <a:spcPct val="100000"/>
              </a:lnSpc>
              <a:spcBef>
                <a:spcPts val="0"/>
              </a:spcBef>
              <a:spcAft>
                <a:spcPts val="0"/>
              </a:spcAft>
              <a:buSzPts val="3761"/>
              <a:buNone/>
              <a:defRPr/>
            </a:lvl9pPr>
          </a:lstStyle>
          <a:p/>
        </p:txBody>
      </p:sp>
      <p:sp>
        <p:nvSpPr>
          <p:cNvPr id="15" name="Google Shape;15;p10"/>
          <p:cNvSpPr txBox="1"/>
          <p:nvPr>
            <p:ph idx="1" type="body"/>
          </p:nvPr>
        </p:nvSpPr>
        <p:spPr>
          <a:xfrm>
            <a:off x="670561" y="948825"/>
            <a:ext cx="3092450" cy="1187591"/>
          </a:xfrm>
          <a:prstGeom prst="rect">
            <a:avLst/>
          </a:prstGeom>
          <a:noFill/>
          <a:ln>
            <a:noFill/>
          </a:ln>
        </p:spPr>
        <p:txBody>
          <a:bodyPr anchorCtr="0" anchor="b" bIns="122800" lIns="122800" spcFirstLastPara="1" rIns="122800" wrap="square" tIns="122800">
            <a:normAutofit/>
          </a:bodyPr>
          <a:lstStyle>
            <a:lvl1pPr indent="-228600" lvl="0" marL="457200" algn="l">
              <a:lnSpc>
                <a:spcPct val="115000"/>
              </a:lnSpc>
              <a:spcBef>
                <a:spcPts val="0"/>
              </a:spcBef>
              <a:spcAft>
                <a:spcPts val="0"/>
              </a:spcAft>
              <a:buSzPts val="2418"/>
              <a:buNone/>
              <a:defRPr b="0" i="0" sz="1600">
                <a:solidFill>
                  <a:schemeClr val="accent2"/>
                </a:solidFill>
                <a:latin typeface="Arial"/>
                <a:ea typeface="Arial"/>
                <a:cs typeface="Arial"/>
                <a:sym typeface="Arial"/>
              </a:defRPr>
            </a:lvl1pPr>
            <a:lvl2pPr indent="-347980" lvl="1" marL="914400" algn="l">
              <a:lnSpc>
                <a:spcPct val="115000"/>
              </a:lnSpc>
              <a:spcBef>
                <a:spcPts val="0"/>
              </a:spcBef>
              <a:spcAft>
                <a:spcPts val="0"/>
              </a:spcAft>
              <a:buSzPts val="1880"/>
              <a:buChar char="○"/>
              <a:defRPr/>
            </a:lvl2pPr>
            <a:lvl3pPr indent="-228600" lvl="2" marL="1371600" algn="l">
              <a:lnSpc>
                <a:spcPct val="115000"/>
              </a:lnSpc>
              <a:spcBef>
                <a:spcPts val="0"/>
              </a:spcBef>
              <a:spcAft>
                <a:spcPts val="0"/>
              </a:spcAft>
              <a:buSzPts val="1880"/>
              <a:buFont typeface="Arial"/>
              <a:buNone/>
              <a:defRPr/>
            </a:lvl3pPr>
            <a:lvl4pPr indent="-347980" lvl="3" marL="1828800" algn="l">
              <a:lnSpc>
                <a:spcPct val="115000"/>
              </a:lnSpc>
              <a:spcBef>
                <a:spcPts val="0"/>
              </a:spcBef>
              <a:spcAft>
                <a:spcPts val="0"/>
              </a:spcAft>
              <a:buSzPts val="1880"/>
              <a:buChar char="●"/>
              <a:defRPr/>
            </a:lvl4pPr>
            <a:lvl5pPr indent="-347980" lvl="4" marL="2286000" algn="l">
              <a:lnSpc>
                <a:spcPct val="115000"/>
              </a:lnSpc>
              <a:spcBef>
                <a:spcPts val="0"/>
              </a:spcBef>
              <a:spcAft>
                <a:spcPts val="0"/>
              </a:spcAft>
              <a:buSzPts val="1880"/>
              <a:buChar char="○"/>
              <a:defRPr/>
            </a:lvl5pPr>
            <a:lvl6pPr indent="-347980" lvl="5" marL="2743200" algn="l">
              <a:lnSpc>
                <a:spcPct val="115000"/>
              </a:lnSpc>
              <a:spcBef>
                <a:spcPts val="0"/>
              </a:spcBef>
              <a:spcAft>
                <a:spcPts val="0"/>
              </a:spcAft>
              <a:buSzPts val="1880"/>
              <a:buChar char="■"/>
              <a:defRPr/>
            </a:lvl6pPr>
            <a:lvl7pPr indent="-347980" lvl="6" marL="3200400" algn="l">
              <a:lnSpc>
                <a:spcPct val="115000"/>
              </a:lnSpc>
              <a:spcBef>
                <a:spcPts val="0"/>
              </a:spcBef>
              <a:spcAft>
                <a:spcPts val="0"/>
              </a:spcAft>
              <a:buSzPts val="1880"/>
              <a:buChar char="●"/>
              <a:defRPr/>
            </a:lvl7pPr>
            <a:lvl8pPr indent="-347980" lvl="7" marL="3657600" algn="l">
              <a:lnSpc>
                <a:spcPct val="115000"/>
              </a:lnSpc>
              <a:spcBef>
                <a:spcPts val="0"/>
              </a:spcBef>
              <a:spcAft>
                <a:spcPts val="0"/>
              </a:spcAft>
              <a:buSzPts val="1880"/>
              <a:buChar char="○"/>
              <a:defRPr/>
            </a:lvl8pPr>
            <a:lvl9pPr indent="-347980" lvl="8" marL="4114800" algn="l">
              <a:lnSpc>
                <a:spcPct val="115000"/>
              </a:lnSpc>
              <a:spcBef>
                <a:spcPts val="0"/>
              </a:spcBef>
              <a:spcAft>
                <a:spcPts val="0"/>
              </a:spcAft>
              <a:buSzPts val="1880"/>
              <a:buChar char="■"/>
              <a:defRPr/>
            </a:lvl9pPr>
          </a:lstStyle>
          <a:p/>
        </p:txBody>
      </p:sp>
      <p:sp>
        <p:nvSpPr>
          <p:cNvPr id="16" name="Google Shape;16;p10"/>
          <p:cNvSpPr txBox="1"/>
          <p:nvPr>
            <p:ph idx="2" type="body"/>
          </p:nvPr>
        </p:nvSpPr>
        <p:spPr>
          <a:xfrm>
            <a:off x="670560" y="6907721"/>
            <a:ext cx="2357120" cy="1695590"/>
          </a:xfrm>
          <a:prstGeom prst="rect">
            <a:avLst/>
          </a:prstGeom>
          <a:noFill/>
          <a:ln>
            <a:noFill/>
          </a:ln>
        </p:spPr>
        <p:txBody>
          <a:bodyPr anchorCtr="0" anchor="b" bIns="122800" lIns="122800" spcFirstLastPara="1" rIns="122800" wrap="square" tIns="122800">
            <a:normAutofit/>
          </a:bodyPr>
          <a:lstStyle>
            <a:lvl1pPr indent="-228600" lvl="0" marL="457200" algn="l">
              <a:lnSpc>
                <a:spcPct val="115000"/>
              </a:lnSpc>
              <a:spcBef>
                <a:spcPts val="0"/>
              </a:spcBef>
              <a:spcAft>
                <a:spcPts val="0"/>
              </a:spcAft>
              <a:buSzPts val="2418"/>
              <a:buNone/>
              <a:defRPr b="0" i="0" sz="1920">
                <a:solidFill>
                  <a:schemeClr val="accent1"/>
                </a:solidFill>
                <a:latin typeface="Arial"/>
                <a:ea typeface="Arial"/>
                <a:cs typeface="Arial"/>
                <a:sym typeface="Arial"/>
              </a:defRPr>
            </a:lvl1pPr>
            <a:lvl2pPr indent="-347980" lvl="1" marL="914400" algn="l">
              <a:lnSpc>
                <a:spcPct val="115000"/>
              </a:lnSpc>
              <a:spcBef>
                <a:spcPts val="0"/>
              </a:spcBef>
              <a:spcAft>
                <a:spcPts val="0"/>
              </a:spcAft>
              <a:buSzPts val="1880"/>
              <a:buChar char="○"/>
              <a:defRPr/>
            </a:lvl2pPr>
            <a:lvl3pPr indent="-347980" lvl="2" marL="1371600" algn="l">
              <a:lnSpc>
                <a:spcPct val="115000"/>
              </a:lnSpc>
              <a:spcBef>
                <a:spcPts val="0"/>
              </a:spcBef>
              <a:spcAft>
                <a:spcPts val="0"/>
              </a:spcAft>
              <a:buSzPts val="1880"/>
              <a:buChar char="■"/>
              <a:defRPr/>
            </a:lvl3pPr>
            <a:lvl4pPr indent="-347980" lvl="3" marL="1828800" algn="l">
              <a:lnSpc>
                <a:spcPct val="115000"/>
              </a:lnSpc>
              <a:spcBef>
                <a:spcPts val="0"/>
              </a:spcBef>
              <a:spcAft>
                <a:spcPts val="0"/>
              </a:spcAft>
              <a:buSzPts val="1880"/>
              <a:buChar char="●"/>
              <a:defRPr/>
            </a:lvl4pPr>
            <a:lvl5pPr indent="-347980" lvl="4" marL="2286000" algn="l">
              <a:lnSpc>
                <a:spcPct val="115000"/>
              </a:lnSpc>
              <a:spcBef>
                <a:spcPts val="0"/>
              </a:spcBef>
              <a:spcAft>
                <a:spcPts val="0"/>
              </a:spcAft>
              <a:buSzPts val="1880"/>
              <a:buChar char="○"/>
              <a:defRPr/>
            </a:lvl5pPr>
            <a:lvl6pPr indent="-347980" lvl="5" marL="2743200" algn="l">
              <a:lnSpc>
                <a:spcPct val="115000"/>
              </a:lnSpc>
              <a:spcBef>
                <a:spcPts val="0"/>
              </a:spcBef>
              <a:spcAft>
                <a:spcPts val="0"/>
              </a:spcAft>
              <a:buSzPts val="1880"/>
              <a:buChar char="■"/>
              <a:defRPr/>
            </a:lvl6pPr>
            <a:lvl7pPr indent="-347980" lvl="6" marL="3200400" algn="l">
              <a:lnSpc>
                <a:spcPct val="115000"/>
              </a:lnSpc>
              <a:spcBef>
                <a:spcPts val="0"/>
              </a:spcBef>
              <a:spcAft>
                <a:spcPts val="0"/>
              </a:spcAft>
              <a:buSzPts val="1880"/>
              <a:buChar char="●"/>
              <a:defRPr/>
            </a:lvl7pPr>
            <a:lvl8pPr indent="-347980" lvl="7" marL="3657600" algn="l">
              <a:lnSpc>
                <a:spcPct val="115000"/>
              </a:lnSpc>
              <a:spcBef>
                <a:spcPts val="0"/>
              </a:spcBef>
              <a:spcAft>
                <a:spcPts val="0"/>
              </a:spcAft>
              <a:buSzPts val="1880"/>
              <a:buChar char="○"/>
              <a:defRPr/>
            </a:lvl8pPr>
            <a:lvl9pPr indent="-347980" lvl="8" marL="4114800" algn="l">
              <a:lnSpc>
                <a:spcPct val="115000"/>
              </a:lnSpc>
              <a:spcBef>
                <a:spcPts val="0"/>
              </a:spcBef>
              <a:spcAft>
                <a:spcPts val="0"/>
              </a:spcAft>
              <a:buSzPts val="1880"/>
              <a:buChar char="■"/>
              <a:defRPr/>
            </a:lvl9pPr>
          </a:lstStyle>
          <a:p/>
        </p:txBody>
      </p:sp>
      <p:sp>
        <p:nvSpPr>
          <p:cNvPr id="17" name="Google Shape;17;p10"/>
          <p:cNvSpPr/>
          <p:nvPr>
            <p:ph idx="3" type="pic"/>
          </p:nvPr>
        </p:nvSpPr>
        <p:spPr>
          <a:xfrm>
            <a:off x="4598534" y="3656933"/>
            <a:ext cx="5244539" cy="6434648"/>
          </a:xfrm>
          <a:prstGeom prst="rect">
            <a:avLst/>
          </a:prstGeom>
          <a:noFill/>
          <a:ln>
            <a:noFill/>
          </a:ln>
        </p:spPr>
      </p:sp>
      <p:pic>
        <p:nvPicPr>
          <p:cNvPr id="18" name="Google Shape;18;p10"/>
          <p:cNvPicPr preferRelativeResize="0"/>
          <p:nvPr/>
        </p:nvPicPr>
        <p:blipFill rotWithShape="1">
          <a:blip r:embed="rId2">
            <a:alphaModFix/>
          </a:blip>
          <a:srcRect b="0" l="0" r="0" t="0"/>
          <a:stretch/>
        </p:blipFill>
        <p:spPr>
          <a:xfrm>
            <a:off x="8418964" y="714353"/>
            <a:ext cx="684027" cy="520720"/>
          </a:xfrm>
          <a:prstGeom prst="rect">
            <a:avLst/>
          </a:prstGeom>
          <a:noFill/>
          <a:ln>
            <a:noFill/>
          </a:ln>
        </p:spPr>
      </p:pic>
      <p:pic>
        <p:nvPicPr>
          <p:cNvPr descr="Afbeelding met tekst, Lettertype, Graphics, grafische vormgeving&#10;&#10;Automatisch gegenereerde beschrijving" id="19" name="Google Shape;19;p10"/>
          <p:cNvPicPr preferRelativeResize="0"/>
          <p:nvPr/>
        </p:nvPicPr>
        <p:blipFill rotWithShape="1">
          <a:blip r:embed="rId3">
            <a:alphaModFix/>
          </a:blip>
          <a:srcRect b="0" l="0" r="0" t="0"/>
          <a:stretch/>
        </p:blipFill>
        <p:spPr>
          <a:xfrm>
            <a:off x="6216698" y="737527"/>
            <a:ext cx="1996278" cy="49754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1"/>
          <p:cNvSpPr txBox="1"/>
          <p:nvPr>
            <p:ph type="ctrTitle"/>
          </p:nvPr>
        </p:nvSpPr>
        <p:spPr>
          <a:xfrm>
            <a:off x="332489" y="1411935"/>
            <a:ext cx="9088500" cy="3892200"/>
          </a:xfrm>
          <a:prstGeom prst="rect">
            <a:avLst/>
          </a:prstGeom>
          <a:noFill/>
          <a:ln>
            <a:noFill/>
          </a:ln>
        </p:spPr>
        <p:txBody>
          <a:bodyPr anchorCtr="0" anchor="b" bIns="122800" lIns="122800" spcFirstLastPara="1" rIns="122800" wrap="square" tIns="122800">
            <a:normAutofit/>
          </a:bodyPr>
          <a:lstStyle>
            <a:lvl1pPr lvl="0" algn="ctr">
              <a:lnSpc>
                <a:spcPct val="100000"/>
              </a:lnSpc>
              <a:spcBef>
                <a:spcPts val="0"/>
              </a:spcBef>
              <a:spcAft>
                <a:spcPts val="0"/>
              </a:spcAft>
              <a:buSzPts val="6985"/>
              <a:buNone/>
              <a:defRPr sz="6985"/>
            </a:lvl1pPr>
            <a:lvl2pPr lvl="1" algn="ctr">
              <a:lnSpc>
                <a:spcPct val="100000"/>
              </a:lnSpc>
              <a:spcBef>
                <a:spcPts val="0"/>
              </a:spcBef>
              <a:spcAft>
                <a:spcPts val="0"/>
              </a:spcAft>
              <a:buSzPts val="6985"/>
              <a:buNone/>
              <a:defRPr sz="6985"/>
            </a:lvl2pPr>
            <a:lvl3pPr lvl="2" algn="ctr">
              <a:lnSpc>
                <a:spcPct val="100000"/>
              </a:lnSpc>
              <a:spcBef>
                <a:spcPts val="0"/>
              </a:spcBef>
              <a:spcAft>
                <a:spcPts val="0"/>
              </a:spcAft>
              <a:buSzPts val="6985"/>
              <a:buNone/>
              <a:defRPr sz="6985"/>
            </a:lvl3pPr>
            <a:lvl4pPr lvl="3" algn="ctr">
              <a:lnSpc>
                <a:spcPct val="100000"/>
              </a:lnSpc>
              <a:spcBef>
                <a:spcPts val="0"/>
              </a:spcBef>
              <a:spcAft>
                <a:spcPts val="0"/>
              </a:spcAft>
              <a:buSzPts val="6985"/>
              <a:buNone/>
              <a:defRPr sz="6985"/>
            </a:lvl4pPr>
            <a:lvl5pPr lvl="4" algn="ctr">
              <a:lnSpc>
                <a:spcPct val="100000"/>
              </a:lnSpc>
              <a:spcBef>
                <a:spcPts val="0"/>
              </a:spcBef>
              <a:spcAft>
                <a:spcPts val="0"/>
              </a:spcAft>
              <a:buSzPts val="6985"/>
              <a:buNone/>
              <a:defRPr sz="6985"/>
            </a:lvl5pPr>
            <a:lvl6pPr lvl="5" algn="ctr">
              <a:lnSpc>
                <a:spcPct val="100000"/>
              </a:lnSpc>
              <a:spcBef>
                <a:spcPts val="0"/>
              </a:spcBef>
              <a:spcAft>
                <a:spcPts val="0"/>
              </a:spcAft>
              <a:buSzPts val="6985"/>
              <a:buNone/>
              <a:defRPr sz="6985"/>
            </a:lvl6pPr>
            <a:lvl7pPr lvl="6" algn="ctr">
              <a:lnSpc>
                <a:spcPct val="100000"/>
              </a:lnSpc>
              <a:spcBef>
                <a:spcPts val="0"/>
              </a:spcBef>
              <a:spcAft>
                <a:spcPts val="0"/>
              </a:spcAft>
              <a:buSzPts val="6985"/>
              <a:buNone/>
              <a:defRPr sz="6985"/>
            </a:lvl7pPr>
            <a:lvl8pPr lvl="7" algn="ctr">
              <a:lnSpc>
                <a:spcPct val="100000"/>
              </a:lnSpc>
              <a:spcBef>
                <a:spcPts val="0"/>
              </a:spcBef>
              <a:spcAft>
                <a:spcPts val="0"/>
              </a:spcAft>
              <a:buSzPts val="6985"/>
              <a:buNone/>
              <a:defRPr sz="6985"/>
            </a:lvl8pPr>
            <a:lvl9pPr lvl="8" algn="ctr">
              <a:lnSpc>
                <a:spcPct val="100000"/>
              </a:lnSpc>
              <a:spcBef>
                <a:spcPts val="0"/>
              </a:spcBef>
              <a:spcAft>
                <a:spcPts val="0"/>
              </a:spcAft>
              <a:buSzPts val="6985"/>
              <a:buNone/>
              <a:defRPr sz="6985"/>
            </a:lvl9pPr>
          </a:lstStyle>
          <a:p/>
        </p:txBody>
      </p:sp>
      <p:sp>
        <p:nvSpPr>
          <p:cNvPr id="22" name="Google Shape;22;p11"/>
          <p:cNvSpPr txBox="1"/>
          <p:nvPr>
            <p:ph idx="1" type="subTitle"/>
          </p:nvPr>
        </p:nvSpPr>
        <p:spPr>
          <a:xfrm>
            <a:off x="332480" y="5374341"/>
            <a:ext cx="9088500" cy="1503000"/>
          </a:xfrm>
          <a:prstGeom prst="rect">
            <a:avLst/>
          </a:prstGeom>
          <a:noFill/>
          <a:ln>
            <a:noFill/>
          </a:ln>
        </p:spPr>
        <p:txBody>
          <a:bodyPr anchorCtr="0" anchor="t" bIns="122800" lIns="122800" spcFirstLastPara="1" rIns="122800" wrap="square" tIns="122800">
            <a:normAutofit/>
          </a:bodyPr>
          <a:lstStyle>
            <a:lvl1pPr lvl="0" algn="ctr">
              <a:lnSpc>
                <a:spcPct val="100000"/>
              </a:lnSpc>
              <a:spcBef>
                <a:spcPts val="0"/>
              </a:spcBef>
              <a:spcAft>
                <a:spcPts val="0"/>
              </a:spcAft>
              <a:buSzPts val="3761"/>
              <a:buNone/>
              <a:defRPr sz="3761"/>
            </a:lvl1pPr>
            <a:lvl2pPr lvl="1" algn="ctr">
              <a:lnSpc>
                <a:spcPct val="100000"/>
              </a:lnSpc>
              <a:spcBef>
                <a:spcPts val="0"/>
              </a:spcBef>
              <a:spcAft>
                <a:spcPts val="0"/>
              </a:spcAft>
              <a:buSzPts val="3761"/>
              <a:buNone/>
              <a:defRPr sz="3761"/>
            </a:lvl2pPr>
            <a:lvl3pPr lvl="2" algn="ctr">
              <a:lnSpc>
                <a:spcPct val="100000"/>
              </a:lnSpc>
              <a:spcBef>
                <a:spcPts val="0"/>
              </a:spcBef>
              <a:spcAft>
                <a:spcPts val="0"/>
              </a:spcAft>
              <a:buSzPts val="3761"/>
              <a:buNone/>
              <a:defRPr sz="3761"/>
            </a:lvl3pPr>
            <a:lvl4pPr lvl="3" algn="ctr">
              <a:lnSpc>
                <a:spcPct val="100000"/>
              </a:lnSpc>
              <a:spcBef>
                <a:spcPts val="0"/>
              </a:spcBef>
              <a:spcAft>
                <a:spcPts val="0"/>
              </a:spcAft>
              <a:buSzPts val="3761"/>
              <a:buNone/>
              <a:defRPr sz="3761"/>
            </a:lvl4pPr>
            <a:lvl5pPr lvl="4" algn="ctr">
              <a:lnSpc>
                <a:spcPct val="100000"/>
              </a:lnSpc>
              <a:spcBef>
                <a:spcPts val="0"/>
              </a:spcBef>
              <a:spcAft>
                <a:spcPts val="0"/>
              </a:spcAft>
              <a:buSzPts val="3761"/>
              <a:buNone/>
              <a:defRPr sz="3761"/>
            </a:lvl5pPr>
            <a:lvl6pPr lvl="5" algn="ctr">
              <a:lnSpc>
                <a:spcPct val="100000"/>
              </a:lnSpc>
              <a:spcBef>
                <a:spcPts val="0"/>
              </a:spcBef>
              <a:spcAft>
                <a:spcPts val="0"/>
              </a:spcAft>
              <a:buSzPts val="3761"/>
              <a:buNone/>
              <a:defRPr sz="3761"/>
            </a:lvl6pPr>
            <a:lvl7pPr lvl="6" algn="ctr">
              <a:lnSpc>
                <a:spcPct val="100000"/>
              </a:lnSpc>
              <a:spcBef>
                <a:spcPts val="0"/>
              </a:spcBef>
              <a:spcAft>
                <a:spcPts val="0"/>
              </a:spcAft>
              <a:buSzPts val="3761"/>
              <a:buNone/>
              <a:defRPr sz="3761"/>
            </a:lvl7pPr>
            <a:lvl8pPr lvl="7" algn="ctr">
              <a:lnSpc>
                <a:spcPct val="100000"/>
              </a:lnSpc>
              <a:spcBef>
                <a:spcPts val="0"/>
              </a:spcBef>
              <a:spcAft>
                <a:spcPts val="0"/>
              </a:spcAft>
              <a:buSzPts val="3761"/>
              <a:buNone/>
              <a:defRPr sz="3761"/>
            </a:lvl8pPr>
            <a:lvl9pPr lvl="8" algn="ctr">
              <a:lnSpc>
                <a:spcPct val="100000"/>
              </a:lnSpc>
              <a:spcBef>
                <a:spcPts val="0"/>
              </a:spcBef>
              <a:spcAft>
                <a:spcPts val="0"/>
              </a:spcAft>
              <a:buSzPts val="3761"/>
              <a:buNone/>
              <a:defRPr sz="3761"/>
            </a:lvl9pPr>
          </a:lstStyle>
          <a:p/>
        </p:txBody>
      </p:sp>
      <p:sp>
        <p:nvSpPr>
          <p:cNvPr id="23" name="Google Shape;23;p11"/>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12"/>
          <p:cNvSpPr txBox="1"/>
          <p:nvPr>
            <p:ph type="title"/>
          </p:nvPr>
        </p:nvSpPr>
        <p:spPr>
          <a:xfrm>
            <a:off x="332480" y="4078649"/>
            <a:ext cx="9088500" cy="1596300"/>
          </a:xfrm>
          <a:prstGeom prst="rect">
            <a:avLst/>
          </a:prstGeom>
          <a:noFill/>
          <a:ln>
            <a:noFill/>
          </a:ln>
        </p:spPr>
        <p:txBody>
          <a:bodyPr anchorCtr="0" anchor="ctr" bIns="122800" lIns="122800" spcFirstLastPara="1" rIns="122800" wrap="square" tIns="122800">
            <a:normAutofit/>
          </a:bodyPr>
          <a:lstStyle>
            <a:lvl1pPr lvl="0" algn="ctr">
              <a:lnSpc>
                <a:spcPct val="100000"/>
              </a:lnSpc>
              <a:spcBef>
                <a:spcPts val="0"/>
              </a:spcBef>
              <a:spcAft>
                <a:spcPts val="0"/>
              </a:spcAft>
              <a:buSzPts val="4836"/>
              <a:buNone/>
              <a:defRPr sz="4836"/>
            </a:lvl1pPr>
            <a:lvl2pPr lvl="1" algn="ctr">
              <a:lnSpc>
                <a:spcPct val="100000"/>
              </a:lnSpc>
              <a:spcBef>
                <a:spcPts val="0"/>
              </a:spcBef>
              <a:spcAft>
                <a:spcPts val="0"/>
              </a:spcAft>
              <a:buSzPts val="4836"/>
              <a:buNone/>
              <a:defRPr sz="4836"/>
            </a:lvl2pPr>
            <a:lvl3pPr lvl="2" algn="ctr">
              <a:lnSpc>
                <a:spcPct val="100000"/>
              </a:lnSpc>
              <a:spcBef>
                <a:spcPts val="0"/>
              </a:spcBef>
              <a:spcAft>
                <a:spcPts val="0"/>
              </a:spcAft>
              <a:buSzPts val="4836"/>
              <a:buNone/>
              <a:defRPr sz="4836"/>
            </a:lvl3pPr>
            <a:lvl4pPr lvl="3" algn="ctr">
              <a:lnSpc>
                <a:spcPct val="100000"/>
              </a:lnSpc>
              <a:spcBef>
                <a:spcPts val="0"/>
              </a:spcBef>
              <a:spcAft>
                <a:spcPts val="0"/>
              </a:spcAft>
              <a:buSzPts val="4836"/>
              <a:buNone/>
              <a:defRPr sz="4836"/>
            </a:lvl4pPr>
            <a:lvl5pPr lvl="4" algn="ctr">
              <a:lnSpc>
                <a:spcPct val="100000"/>
              </a:lnSpc>
              <a:spcBef>
                <a:spcPts val="0"/>
              </a:spcBef>
              <a:spcAft>
                <a:spcPts val="0"/>
              </a:spcAft>
              <a:buSzPts val="4836"/>
              <a:buNone/>
              <a:defRPr sz="4836"/>
            </a:lvl5pPr>
            <a:lvl6pPr lvl="5" algn="ctr">
              <a:lnSpc>
                <a:spcPct val="100000"/>
              </a:lnSpc>
              <a:spcBef>
                <a:spcPts val="0"/>
              </a:spcBef>
              <a:spcAft>
                <a:spcPts val="0"/>
              </a:spcAft>
              <a:buSzPts val="4836"/>
              <a:buNone/>
              <a:defRPr sz="4836"/>
            </a:lvl6pPr>
            <a:lvl7pPr lvl="6" algn="ctr">
              <a:lnSpc>
                <a:spcPct val="100000"/>
              </a:lnSpc>
              <a:spcBef>
                <a:spcPts val="0"/>
              </a:spcBef>
              <a:spcAft>
                <a:spcPts val="0"/>
              </a:spcAft>
              <a:buSzPts val="4836"/>
              <a:buNone/>
              <a:defRPr sz="4836"/>
            </a:lvl7pPr>
            <a:lvl8pPr lvl="7" algn="ctr">
              <a:lnSpc>
                <a:spcPct val="100000"/>
              </a:lnSpc>
              <a:spcBef>
                <a:spcPts val="0"/>
              </a:spcBef>
              <a:spcAft>
                <a:spcPts val="0"/>
              </a:spcAft>
              <a:buSzPts val="4836"/>
              <a:buNone/>
              <a:defRPr sz="4836"/>
            </a:lvl8pPr>
            <a:lvl9pPr lvl="8" algn="ctr">
              <a:lnSpc>
                <a:spcPct val="100000"/>
              </a:lnSpc>
              <a:spcBef>
                <a:spcPts val="0"/>
              </a:spcBef>
              <a:spcAft>
                <a:spcPts val="0"/>
              </a:spcAft>
              <a:buSzPts val="4836"/>
              <a:buNone/>
              <a:defRPr sz="4836"/>
            </a:lvl9pPr>
          </a:lstStyle>
          <a:p/>
        </p:txBody>
      </p:sp>
      <p:sp>
        <p:nvSpPr>
          <p:cNvPr id="26" name="Google Shape;26;p12"/>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extLst>
    <p:ext uri="{DCECCB84-F9BA-43D5-87BE-67443E8EF086}">
      <p15:sldGuideLst>
        <p15:guide id="1" orient="horz" pos="3072">
          <p15:clr>
            <a:srgbClr val="E46962"/>
          </p15:clr>
        </p15:guide>
        <p15:guide id="2" pos="3072">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13"/>
          <p:cNvSpPr txBox="1"/>
          <p:nvPr>
            <p:ph type="title"/>
          </p:nvPr>
        </p:nvSpPr>
        <p:spPr>
          <a:xfrm>
            <a:off x="332480" y="843899"/>
            <a:ext cx="9088500" cy="1086000"/>
          </a:xfrm>
          <a:prstGeom prst="rect">
            <a:avLst/>
          </a:prstGeom>
          <a:noFill/>
          <a:ln>
            <a:noFill/>
          </a:ln>
        </p:spPr>
        <p:txBody>
          <a:bodyPr anchorCtr="0" anchor="t" bIns="122800" lIns="122800" spcFirstLastPara="1" rIns="122800" wrap="square" tIns="122800">
            <a:normAutofit/>
          </a:bodyPr>
          <a:lstStyle>
            <a:lvl1pPr lvl="0" algn="l">
              <a:lnSpc>
                <a:spcPct val="100000"/>
              </a:lnSpc>
              <a:spcBef>
                <a:spcPts val="0"/>
              </a:spcBef>
              <a:spcAft>
                <a:spcPts val="0"/>
              </a:spcAft>
              <a:buSzPts val="3761"/>
              <a:buNone/>
              <a:defRPr sz="3761"/>
            </a:lvl1pPr>
            <a:lvl2pPr lvl="1" algn="l">
              <a:lnSpc>
                <a:spcPct val="100000"/>
              </a:lnSpc>
              <a:spcBef>
                <a:spcPts val="0"/>
              </a:spcBef>
              <a:spcAft>
                <a:spcPts val="0"/>
              </a:spcAft>
              <a:buSzPts val="3761"/>
              <a:buNone/>
              <a:defRPr sz="3761"/>
            </a:lvl2pPr>
            <a:lvl3pPr lvl="2" algn="l">
              <a:lnSpc>
                <a:spcPct val="100000"/>
              </a:lnSpc>
              <a:spcBef>
                <a:spcPts val="0"/>
              </a:spcBef>
              <a:spcAft>
                <a:spcPts val="0"/>
              </a:spcAft>
              <a:buSzPts val="3761"/>
              <a:buNone/>
              <a:defRPr sz="3761"/>
            </a:lvl3pPr>
            <a:lvl4pPr lvl="3" algn="l">
              <a:lnSpc>
                <a:spcPct val="100000"/>
              </a:lnSpc>
              <a:spcBef>
                <a:spcPts val="0"/>
              </a:spcBef>
              <a:spcAft>
                <a:spcPts val="0"/>
              </a:spcAft>
              <a:buSzPts val="3761"/>
              <a:buNone/>
              <a:defRPr sz="3761"/>
            </a:lvl4pPr>
            <a:lvl5pPr lvl="4" algn="l">
              <a:lnSpc>
                <a:spcPct val="100000"/>
              </a:lnSpc>
              <a:spcBef>
                <a:spcPts val="0"/>
              </a:spcBef>
              <a:spcAft>
                <a:spcPts val="0"/>
              </a:spcAft>
              <a:buSzPts val="3761"/>
              <a:buNone/>
              <a:defRPr sz="3761"/>
            </a:lvl5pPr>
            <a:lvl6pPr lvl="5" algn="l">
              <a:lnSpc>
                <a:spcPct val="100000"/>
              </a:lnSpc>
              <a:spcBef>
                <a:spcPts val="0"/>
              </a:spcBef>
              <a:spcAft>
                <a:spcPts val="0"/>
              </a:spcAft>
              <a:buSzPts val="3761"/>
              <a:buNone/>
              <a:defRPr sz="3761"/>
            </a:lvl6pPr>
            <a:lvl7pPr lvl="6" algn="l">
              <a:lnSpc>
                <a:spcPct val="100000"/>
              </a:lnSpc>
              <a:spcBef>
                <a:spcPts val="0"/>
              </a:spcBef>
              <a:spcAft>
                <a:spcPts val="0"/>
              </a:spcAft>
              <a:buSzPts val="3761"/>
              <a:buNone/>
              <a:defRPr sz="3761"/>
            </a:lvl7pPr>
            <a:lvl8pPr lvl="7" algn="l">
              <a:lnSpc>
                <a:spcPct val="100000"/>
              </a:lnSpc>
              <a:spcBef>
                <a:spcPts val="0"/>
              </a:spcBef>
              <a:spcAft>
                <a:spcPts val="0"/>
              </a:spcAft>
              <a:buSzPts val="3761"/>
              <a:buNone/>
              <a:defRPr sz="3761"/>
            </a:lvl8pPr>
            <a:lvl9pPr lvl="8" algn="l">
              <a:lnSpc>
                <a:spcPct val="100000"/>
              </a:lnSpc>
              <a:spcBef>
                <a:spcPts val="0"/>
              </a:spcBef>
              <a:spcAft>
                <a:spcPts val="0"/>
              </a:spcAft>
              <a:buSzPts val="3761"/>
              <a:buNone/>
              <a:defRPr sz="3761"/>
            </a:lvl9pPr>
          </a:lstStyle>
          <a:p/>
        </p:txBody>
      </p:sp>
      <p:sp>
        <p:nvSpPr>
          <p:cNvPr id="29" name="Google Shape;29;p13"/>
          <p:cNvSpPr txBox="1"/>
          <p:nvPr>
            <p:ph idx="1" type="body"/>
          </p:nvPr>
        </p:nvSpPr>
        <p:spPr>
          <a:xfrm>
            <a:off x="332480" y="2185434"/>
            <a:ext cx="9088500" cy="6478500"/>
          </a:xfrm>
          <a:prstGeom prst="rect">
            <a:avLst/>
          </a:prstGeom>
          <a:noFill/>
          <a:ln>
            <a:noFill/>
          </a:ln>
        </p:spPr>
        <p:txBody>
          <a:bodyPr anchorCtr="0" anchor="t" bIns="122800" lIns="122800" spcFirstLastPara="1" rIns="122800" wrap="square" tIns="122800">
            <a:normAutofit/>
          </a:bodyPr>
          <a:lstStyle>
            <a:lvl1pPr indent="-382143" lvl="0" marL="457200" algn="l">
              <a:lnSpc>
                <a:spcPct val="115000"/>
              </a:lnSpc>
              <a:spcBef>
                <a:spcPts val="0"/>
              </a:spcBef>
              <a:spcAft>
                <a:spcPts val="0"/>
              </a:spcAft>
              <a:buSzPts val="2418"/>
              <a:buChar char="●"/>
              <a:defRPr sz="2418"/>
            </a:lvl1pPr>
            <a:lvl2pPr indent="-347980" lvl="1" marL="914400" algn="l">
              <a:lnSpc>
                <a:spcPct val="115000"/>
              </a:lnSpc>
              <a:spcBef>
                <a:spcPts val="0"/>
              </a:spcBef>
              <a:spcAft>
                <a:spcPts val="0"/>
              </a:spcAft>
              <a:buSzPts val="1880"/>
              <a:buChar char="○"/>
              <a:defRPr sz="1880"/>
            </a:lvl2pPr>
            <a:lvl3pPr indent="-347980" lvl="2" marL="1371600" algn="l">
              <a:lnSpc>
                <a:spcPct val="115000"/>
              </a:lnSpc>
              <a:spcBef>
                <a:spcPts val="0"/>
              </a:spcBef>
              <a:spcAft>
                <a:spcPts val="0"/>
              </a:spcAft>
              <a:buSzPts val="1880"/>
              <a:buChar char="■"/>
              <a:defRPr sz="1880"/>
            </a:lvl3pPr>
            <a:lvl4pPr indent="-347980" lvl="3" marL="1828800" algn="l">
              <a:lnSpc>
                <a:spcPct val="115000"/>
              </a:lnSpc>
              <a:spcBef>
                <a:spcPts val="0"/>
              </a:spcBef>
              <a:spcAft>
                <a:spcPts val="0"/>
              </a:spcAft>
              <a:buSzPts val="1880"/>
              <a:buChar char="●"/>
              <a:defRPr sz="1880"/>
            </a:lvl4pPr>
            <a:lvl5pPr indent="-347980" lvl="4" marL="2286000" algn="l">
              <a:lnSpc>
                <a:spcPct val="115000"/>
              </a:lnSpc>
              <a:spcBef>
                <a:spcPts val="0"/>
              </a:spcBef>
              <a:spcAft>
                <a:spcPts val="0"/>
              </a:spcAft>
              <a:buSzPts val="1880"/>
              <a:buChar char="○"/>
              <a:defRPr sz="1880"/>
            </a:lvl5pPr>
            <a:lvl6pPr indent="-347980" lvl="5" marL="2743200" algn="l">
              <a:lnSpc>
                <a:spcPct val="115000"/>
              </a:lnSpc>
              <a:spcBef>
                <a:spcPts val="0"/>
              </a:spcBef>
              <a:spcAft>
                <a:spcPts val="0"/>
              </a:spcAft>
              <a:buSzPts val="1880"/>
              <a:buChar char="■"/>
              <a:defRPr sz="1880"/>
            </a:lvl6pPr>
            <a:lvl7pPr indent="-347980" lvl="6" marL="3200400" algn="l">
              <a:lnSpc>
                <a:spcPct val="115000"/>
              </a:lnSpc>
              <a:spcBef>
                <a:spcPts val="0"/>
              </a:spcBef>
              <a:spcAft>
                <a:spcPts val="0"/>
              </a:spcAft>
              <a:buSzPts val="1880"/>
              <a:buChar char="●"/>
              <a:defRPr sz="1880"/>
            </a:lvl7pPr>
            <a:lvl8pPr indent="-347980" lvl="7" marL="3657600" algn="l">
              <a:lnSpc>
                <a:spcPct val="115000"/>
              </a:lnSpc>
              <a:spcBef>
                <a:spcPts val="0"/>
              </a:spcBef>
              <a:spcAft>
                <a:spcPts val="0"/>
              </a:spcAft>
              <a:buSzPts val="1880"/>
              <a:buChar char="○"/>
              <a:defRPr sz="1880"/>
            </a:lvl8pPr>
            <a:lvl9pPr indent="-347980" lvl="8" marL="4114800" algn="l">
              <a:lnSpc>
                <a:spcPct val="115000"/>
              </a:lnSpc>
              <a:spcBef>
                <a:spcPts val="0"/>
              </a:spcBef>
              <a:spcAft>
                <a:spcPts val="0"/>
              </a:spcAft>
              <a:buSzPts val="1880"/>
              <a:buChar char="■"/>
              <a:defRPr sz="1880"/>
            </a:lvl9pPr>
          </a:lstStyle>
          <a:p/>
        </p:txBody>
      </p:sp>
      <p:sp>
        <p:nvSpPr>
          <p:cNvPr id="30" name="Google Shape;30;p13"/>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14"/>
          <p:cNvSpPr txBox="1"/>
          <p:nvPr>
            <p:ph type="title"/>
          </p:nvPr>
        </p:nvSpPr>
        <p:spPr>
          <a:xfrm>
            <a:off x="332480" y="843899"/>
            <a:ext cx="9088500" cy="1086000"/>
          </a:xfrm>
          <a:prstGeom prst="rect">
            <a:avLst/>
          </a:prstGeom>
          <a:noFill/>
          <a:ln>
            <a:noFill/>
          </a:ln>
        </p:spPr>
        <p:txBody>
          <a:bodyPr anchorCtr="0" anchor="t" bIns="122800" lIns="122800" spcFirstLastPara="1" rIns="122800" wrap="square" tIns="122800">
            <a:normAutofit/>
          </a:bodyPr>
          <a:lstStyle>
            <a:lvl1pPr lvl="0" algn="l">
              <a:lnSpc>
                <a:spcPct val="100000"/>
              </a:lnSpc>
              <a:spcBef>
                <a:spcPts val="0"/>
              </a:spcBef>
              <a:spcAft>
                <a:spcPts val="0"/>
              </a:spcAft>
              <a:buSzPts val="3761"/>
              <a:buNone/>
              <a:defRPr sz="3761"/>
            </a:lvl1pPr>
            <a:lvl2pPr lvl="1" algn="l">
              <a:lnSpc>
                <a:spcPct val="100000"/>
              </a:lnSpc>
              <a:spcBef>
                <a:spcPts val="0"/>
              </a:spcBef>
              <a:spcAft>
                <a:spcPts val="0"/>
              </a:spcAft>
              <a:buSzPts val="3761"/>
              <a:buNone/>
              <a:defRPr sz="3761"/>
            </a:lvl2pPr>
            <a:lvl3pPr lvl="2" algn="l">
              <a:lnSpc>
                <a:spcPct val="100000"/>
              </a:lnSpc>
              <a:spcBef>
                <a:spcPts val="0"/>
              </a:spcBef>
              <a:spcAft>
                <a:spcPts val="0"/>
              </a:spcAft>
              <a:buSzPts val="3761"/>
              <a:buNone/>
              <a:defRPr sz="3761"/>
            </a:lvl3pPr>
            <a:lvl4pPr lvl="3" algn="l">
              <a:lnSpc>
                <a:spcPct val="100000"/>
              </a:lnSpc>
              <a:spcBef>
                <a:spcPts val="0"/>
              </a:spcBef>
              <a:spcAft>
                <a:spcPts val="0"/>
              </a:spcAft>
              <a:buSzPts val="3761"/>
              <a:buNone/>
              <a:defRPr sz="3761"/>
            </a:lvl4pPr>
            <a:lvl5pPr lvl="4" algn="l">
              <a:lnSpc>
                <a:spcPct val="100000"/>
              </a:lnSpc>
              <a:spcBef>
                <a:spcPts val="0"/>
              </a:spcBef>
              <a:spcAft>
                <a:spcPts val="0"/>
              </a:spcAft>
              <a:buSzPts val="3761"/>
              <a:buNone/>
              <a:defRPr sz="3761"/>
            </a:lvl5pPr>
            <a:lvl6pPr lvl="5" algn="l">
              <a:lnSpc>
                <a:spcPct val="100000"/>
              </a:lnSpc>
              <a:spcBef>
                <a:spcPts val="0"/>
              </a:spcBef>
              <a:spcAft>
                <a:spcPts val="0"/>
              </a:spcAft>
              <a:buSzPts val="3761"/>
              <a:buNone/>
              <a:defRPr sz="3761"/>
            </a:lvl6pPr>
            <a:lvl7pPr lvl="6" algn="l">
              <a:lnSpc>
                <a:spcPct val="100000"/>
              </a:lnSpc>
              <a:spcBef>
                <a:spcPts val="0"/>
              </a:spcBef>
              <a:spcAft>
                <a:spcPts val="0"/>
              </a:spcAft>
              <a:buSzPts val="3761"/>
              <a:buNone/>
              <a:defRPr sz="3761"/>
            </a:lvl7pPr>
            <a:lvl8pPr lvl="7" algn="l">
              <a:lnSpc>
                <a:spcPct val="100000"/>
              </a:lnSpc>
              <a:spcBef>
                <a:spcPts val="0"/>
              </a:spcBef>
              <a:spcAft>
                <a:spcPts val="0"/>
              </a:spcAft>
              <a:buSzPts val="3761"/>
              <a:buNone/>
              <a:defRPr sz="3761"/>
            </a:lvl8pPr>
            <a:lvl9pPr lvl="8" algn="l">
              <a:lnSpc>
                <a:spcPct val="100000"/>
              </a:lnSpc>
              <a:spcBef>
                <a:spcPts val="0"/>
              </a:spcBef>
              <a:spcAft>
                <a:spcPts val="0"/>
              </a:spcAft>
              <a:buSzPts val="3761"/>
              <a:buNone/>
              <a:defRPr sz="3761"/>
            </a:lvl9pPr>
          </a:lstStyle>
          <a:p/>
        </p:txBody>
      </p:sp>
      <p:sp>
        <p:nvSpPr>
          <p:cNvPr id="33" name="Google Shape;33;p14"/>
          <p:cNvSpPr txBox="1"/>
          <p:nvPr>
            <p:ph idx="1" type="body"/>
          </p:nvPr>
        </p:nvSpPr>
        <p:spPr>
          <a:xfrm>
            <a:off x="332480" y="2185434"/>
            <a:ext cx="4266600" cy="6478500"/>
          </a:xfrm>
          <a:prstGeom prst="rect">
            <a:avLst/>
          </a:prstGeom>
          <a:noFill/>
          <a:ln>
            <a:noFill/>
          </a:ln>
        </p:spPr>
        <p:txBody>
          <a:bodyPr anchorCtr="0" anchor="t" bIns="122800" lIns="122800" spcFirstLastPara="1" rIns="122800" wrap="square" tIns="122800">
            <a:normAutofit/>
          </a:bodyPr>
          <a:lstStyle>
            <a:lvl1pPr indent="-347980" lvl="0" marL="457200" algn="l">
              <a:lnSpc>
                <a:spcPct val="115000"/>
              </a:lnSpc>
              <a:spcBef>
                <a:spcPts val="0"/>
              </a:spcBef>
              <a:spcAft>
                <a:spcPts val="0"/>
              </a:spcAft>
              <a:buSzPts val="1880"/>
              <a:buChar char="●"/>
              <a:defRPr sz="1880"/>
            </a:lvl1pPr>
            <a:lvl2pPr indent="-330962" lvl="1" marL="914400" algn="l">
              <a:lnSpc>
                <a:spcPct val="115000"/>
              </a:lnSpc>
              <a:spcBef>
                <a:spcPts val="0"/>
              </a:spcBef>
              <a:spcAft>
                <a:spcPts val="0"/>
              </a:spcAft>
              <a:buSzPts val="1612"/>
              <a:buChar char="○"/>
              <a:defRPr sz="1612"/>
            </a:lvl2pPr>
            <a:lvl3pPr indent="-330962" lvl="2" marL="1371600" algn="l">
              <a:lnSpc>
                <a:spcPct val="115000"/>
              </a:lnSpc>
              <a:spcBef>
                <a:spcPts val="0"/>
              </a:spcBef>
              <a:spcAft>
                <a:spcPts val="0"/>
              </a:spcAft>
              <a:buSzPts val="1612"/>
              <a:buChar char="■"/>
              <a:defRPr sz="1612"/>
            </a:lvl3pPr>
            <a:lvl4pPr indent="-330962" lvl="3" marL="1828800" algn="l">
              <a:lnSpc>
                <a:spcPct val="115000"/>
              </a:lnSpc>
              <a:spcBef>
                <a:spcPts val="0"/>
              </a:spcBef>
              <a:spcAft>
                <a:spcPts val="0"/>
              </a:spcAft>
              <a:buSzPts val="1612"/>
              <a:buChar char="●"/>
              <a:defRPr sz="1612"/>
            </a:lvl4pPr>
            <a:lvl5pPr indent="-330962" lvl="4" marL="2286000" algn="l">
              <a:lnSpc>
                <a:spcPct val="115000"/>
              </a:lnSpc>
              <a:spcBef>
                <a:spcPts val="0"/>
              </a:spcBef>
              <a:spcAft>
                <a:spcPts val="0"/>
              </a:spcAft>
              <a:buSzPts val="1612"/>
              <a:buChar char="○"/>
              <a:defRPr sz="1612"/>
            </a:lvl5pPr>
            <a:lvl6pPr indent="-330962" lvl="5" marL="2743200" algn="l">
              <a:lnSpc>
                <a:spcPct val="115000"/>
              </a:lnSpc>
              <a:spcBef>
                <a:spcPts val="0"/>
              </a:spcBef>
              <a:spcAft>
                <a:spcPts val="0"/>
              </a:spcAft>
              <a:buSzPts val="1612"/>
              <a:buChar char="■"/>
              <a:defRPr sz="1612"/>
            </a:lvl6pPr>
            <a:lvl7pPr indent="-330962" lvl="6" marL="3200400" algn="l">
              <a:lnSpc>
                <a:spcPct val="115000"/>
              </a:lnSpc>
              <a:spcBef>
                <a:spcPts val="0"/>
              </a:spcBef>
              <a:spcAft>
                <a:spcPts val="0"/>
              </a:spcAft>
              <a:buSzPts val="1612"/>
              <a:buChar char="●"/>
              <a:defRPr sz="1612"/>
            </a:lvl7pPr>
            <a:lvl8pPr indent="-330962" lvl="7" marL="3657600" algn="l">
              <a:lnSpc>
                <a:spcPct val="115000"/>
              </a:lnSpc>
              <a:spcBef>
                <a:spcPts val="0"/>
              </a:spcBef>
              <a:spcAft>
                <a:spcPts val="0"/>
              </a:spcAft>
              <a:buSzPts val="1612"/>
              <a:buChar char="○"/>
              <a:defRPr sz="1612"/>
            </a:lvl8pPr>
            <a:lvl9pPr indent="-330962" lvl="8" marL="4114800" algn="l">
              <a:lnSpc>
                <a:spcPct val="115000"/>
              </a:lnSpc>
              <a:spcBef>
                <a:spcPts val="0"/>
              </a:spcBef>
              <a:spcAft>
                <a:spcPts val="0"/>
              </a:spcAft>
              <a:buSzPts val="1612"/>
              <a:buChar char="■"/>
              <a:defRPr sz="1612"/>
            </a:lvl9pPr>
          </a:lstStyle>
          <a:p/>
        </p:txBody>
      </p:sp>
      <p:sp>
        <p:nvSpPr>
          <p:cNvPr id="34" name="Google Shape;34;p14"/>
          <p:cNvSpPr txBox="1"/>
          <p:nvPr>
            <p:ph idx="2" type="body"/>
          </p:nvPr>
        </p:nvSpPr>
        <p:spPr>
          <a:xfrm>
            <a:off x="5154560" y="2185434"/>
            <a:ext cx="4266600" cy="6478500"/>
          </a:xfrm>
          <a:prstGeom prst="rect">
            <a:avLst/>
          </a:prstGeom>
          <a:noFill/>
          <a:ln>
            <a:noFill/>
          </a:ln>
        </p:spPr>
        <p:txBody>
          <a:bodyPr anchorCtr="0" anchor="t" bIns="122800" lIns="122800" spcFirstLastPara="1" rIns="122800" wrap="square" tIns="122800">
            <a:normAutofit/>
          </a:bodyPr>
          <a:lstStyle>
            <a:lvl1pPr indent="-347980" lvl="0" marL="457200" algn="l">
              <a:lnSpc>
                <a:spcPct val="115000"/>
              </a:lnSpc>
              <a:spcBef>
                <a:spcPts val="0"/>
              </a:spcBef>
              <a:spcAft>
                <a:spcPts val="0"/>
              </a:spcAft>
              <a:buSzPts val="1880"/>
              <a:buChar char="●"/>
              <a:defRPr sz="1880"/>
            </a:lvl1pPr>
            <a:lvl2pPr indent="-330962" lvl="1" marL="914400" algn="l">
              <a:lnSpc>
                <a:spcPct val="115000"/>
              </a:lnSpc>
              <a:spcBef>
                <a:spcPts val="0"/>
              </a:spcBef>
              <a:spcAft>
                <a:spcPts val="0"/>
              </a:spcAft>
              <a:buSzPts val="1612"/>
              <a:buChar char="○"/>
              <a:defRPr sz="1612"/>
            </a:lvl2pPr>
            <a:lvl3pPr indent="-330962" lvl="2" marL="1371600" algn="l">
              <a:lnSpc>
                <a:spcPct val="115000"/>
              </a:lnSpc>
              <a:spcBef>
                <a:spcPts val="0"/>
              </a:spcBef>
              <a:spcAft>
                <a:spcPts val="0"/>
              </a:spcAft>
              <a:buSzPts val="1612"/>
              <a:buChar char="■"/>
              <a:defRPr sz="1612"/>
            </a:lvl3pPr>
            <a:lvl4pPr indent="-330962" lvl="3" marL="1828800" algn="l">
              <a:lnSpc>
                <a:spcPct val="115000"/>
              </a:lnSpc>
              <a:spcBef>
                <a:spcPts val="0"/>
              </a:spcBef>
              <a:spcAft>
                <a:spcPts val="0"/>
              </a:spcAft>
              <a:buSzPts val="1612"/>
              <a:buChar char="●"/>
              <a:defRPr sz="1612"/>
            </a:lvl4pPr>
            <a:lvl5pPr indent="-330962" lvl="4" marL="2286000" algn="l">
              <a:lnSpc>
                <a:spcPct val="115000"/>
              </a:lnSpc>
              <a:spcBef>
                <a:spcPts val="0"/>
              </a:spcBef>
              <a:spcAft>
                <a:spcPts val="0"/>
              </a:spcAft>
              <a:buSzPts val="1612"/>
              <a:buChar char="○"/>
              <a:defRPr sz="1612"/>
            </a:lvl5pPr>
            <a:lvl6pPr indent="-330962" lvl="5" marL="2743200" algn="l">
              <a:lnSpc>
                <a:spcPct val="115000"/>
              </a:lnSpc>
              <a:spcBef>
                <a:spcPts val="0"/>
              </a:spcBef>
              <a:spcAft>
                <a:spcPts val="0"/>
              </a:spcAft>
              <a:buSzPts val="1612"/>
              <a:buChar char="■"/>
              <a:defRPr sz="1612"/>
            </a:lvl6pPr>
            <a:lvl7pPr indent="-330962" lvl="6" marL="3200400" algn="l">
              <a:lnSpc>
                <a:spcPct val="115000"/>
              </a:lnSpc>
              <a:spcBef>
                <a:spcPts val="0"/>
              </a:spcBef>
              <a:spcAft>
                <a:spcPts val="0"/>
              </a:spcAft>
              <a:buSzPts val="1612"/>
              <a:buChar char="●"/>
              <a:defRPr sz="1612"/>
            </a:lvl7pPr>
            <a:lvl8pPr indent="-330962" lvl="7" marL="3657600" algn="l">
              <a:lnSpc>
                <a:spcPct val="115000"/>
              </a:lnSpc>
              <a:spcBef>
                <a:spcPts val="0"/>
              </a:spcBef>
              <a:spcAft>
                <a:spcPts val="0"/>
              </a:spcAft>
              <a:buSzPts val="1612"/>
              <a:buChar char="○"/>
              <a:defRPr sz="1612"/>
            </a:lvl8pPr>
            <a:lvl9pPr indent="-330962" lvl="8" marL="4114800" algn="l">
              <a:lnSpc>
                <a:spcPct val="115000"/>
              </a:lnSpc>
              <a:spcBef>
                <a:spcPts val="0"/>
              </a:spcBef>
              <a:spcAft>
                <a:spcPts val="0"/>
              </a:spcAft>
              <a:buSzPts val="1612"/>
              <a:buChar char="■"/>
              <a:defRPr sz="1612"/>
            </a:lvl9pPr>
          </a:lstStyle>
          <a:p/>
        </p:txBody>
      </p:sp>
      <p:sp>
        <p:nvSpPr>
          <p:cNvPr id="35" name="Google Shape;35;p14"/>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15"/>
          <p:cNvSpPr txBox="1"/>
          <p:nvPr>
            <p:ph type="title"/>
          </p:nvPr>
        </p:nvSpPr>
        <p:spPr>
          <a:xfrm>
            <a:off x="332480" y="843899"/>
            <a:ext cx="9088500" cy="1086000"/>
          </a:xfrm>
          <a:prstGeom prst="rect">
            <a:avLst/>
          </a:prstGeom>
          <a:noFill/>
          <a:ln>
            <a:noFill/>
          </a:ln>
        </p:spPr>
        <p:txBody>
          <a:bodyPr anchorCtr="0" anchor="t" bIns="122800" lIns="122800" spcFirstLastPara="1" rIns="122800" wrap="square" tIns="122800">
            <a:normAutofit/>
          </a:bodyPr>
          <a:lstStyle>
            <a:lvl1pPr lvl="0" algn="l">
              <a:lnSpc>
                <a:spcPct val="100000"/>
              </a:lnSpc>
              <a:spcBef>
                <a:spcPts val="0"/>
              </a:spcBef>
              <a:spcAft>
                <a:spcPts val="0"/>
              </a:spcAft>
              <a:buSzPts val="3761"/>
              <a:buNone/>
              <a:defRPr sz="3761"/>
            </a:lvl1pPr>
            <a:lvl2pPr lvl="1" algn="l">
              <a:lnSpc>
                <a:spcPct val="100000"/>
              </a:lnSpc>
              <a:spcBef>
                <a:spcPts val="0"/>
              </a:spcBef>
              <a:spcAft>
                <a:spcPts val="0"/>
              </a:spcAft>
              <a:buSzPts val="3761"/>
              <a:buNone/>
              <a:defRPr sz="3761"/>
            </a:lvl2pPr>
            <a:lvl3pPr lvl="2" algn="l">
              <a:lnSpc>
                <a:spcPct val="100000"/>
              </a:lnSpc>
              <a:spcBef>
                <a:spcPts val="0"/>
              </a:spcBef>
              <a:spcAft>
                <a:spcPts val="0"/>
              </a:spcAft>
              <a:buSzPts val="3761"/>
              <a:buNone/>
              <a:defRPr sz="3761"/>
            </a:lvl3pPr>
            <a:lvl4pPr lvl="3" algn="l">
              <a:lnSpc>
                <a:spcPct val="100000"/>
              </a:lnSpc>
              <a:spcBef>
                <a:spcPts val="0"/>
              </a:spcBef>
              <a:spcAft>
                <a:spcPts val="0"/>
              </a:spcAft>
              <a:buSzPts val="3761"/>
              <a:buNone/>
              <a:defRPr sz="3761"/>
            </a:lvl4pPr>
            <a:lvl5pPr lvl="4" algn="l">
              <a:lnSpc>
                <a:spcPct val="100000"/>
              </a:lnSpc>
              <a:spcBef>
                <a:spcPts val="0"/>
              </a:spcBef>
              <a:spcAft>
                <a:spcPts val="0"/>
              </a:spcAft>
              <a:buSzPts val="3761"/>
              <a:buNone/>
              <a:defRPr sz="3761"/>
            </a:lvl5pPr>
            <a:lvl6pPr lvl="5" algn="l">
              <a:lnSpc>
                <a:spcPct val="100000"/>
              </a:lnSpc>
              <a:spcBef>
                <a:spcPts val="0"/>
              </a:spcBef>
              <a:spcAft>
                <a:spcPts val="0"/>
              </a:spcAft>
              <a:buSzPts val="3761"/>
              <a:buNone/>
              <a:defRPr sz="3761"/>
            </a:lvl6pPr>
            <a:lvl7pPr lvl="6" algn="l">
              <a:lnSpc>
                <a:spcPct val="100000"/>
              </a:lnSpc>
              <a:spcBef>
                <a:spcPts val="0"/>
              </a:spcBef>
              <a:spcAft>
                <a:spcPts val="0"/>
              </a:spcAft>
              <a:buSzPts val="3761"/>
              <a:buNone/>
              <a:defRPr sz="3761"/>
            </a:lvl7pPr>
            <a:lvl8pPr lvl="7" algn="l">
              <a:lnSpc>
                <a:spcPct val="100000"/>
              </a:lnSpc>
              <a:spcBef>
                <a:spcPts val="0"/>
              </a:spcBef>
              <a:spcAft>
                <a:spcPts val="0"/>
              </a:spcAft>
              <a:buSzPts val="3761"/>
              <a:buNone/>
              <a:defRPr sz="3761"/>
            </a:lvl8pPr>
            <a:lvl9pPr lvl="8" algn="l">
              <a:lnSpc>
                <a:spcPct val="100000"/>
              </a:lnSpc>
              <a:spcBef>
                <a:spcPts val="0"/>
              </a:spcBef>
              <a:spcAft>
                <a:spcPts val="0"/>
              </a:spcAft>
              <a:buSzPts val="3761"/>
              <a:buNone/>
              <a:defRPr sz="3761"/>
            </a:lvl9pPr>
          </a:lstStyle>
          <a:p/>
        </p:txBody>
      </p:sp>
      <p:sp>
        <p:nvSpPr>
          <p:cNvPr id="38" name="Google Shape;38;p15"/>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16"/>
          <p:cNvSpPr txBox="1"/>
          <p:nvPr>
            <p:ph type="title"/>
          </p:nvPr>
        </p:nvSpPr>
        <p:spPr>
          <a:xfrm>
            <a:off x="332480" y="1053582"/>
            <a:ext cx="2995200" cy="1433100"/>
          </a:xfrm>
          <a:prstGeom prst="rect">
            <a:avLst/>
          </a:prstGeom>
          <a:noFill/>
          <a:ln>
            <a:noFill/>
          </a:ln>
        </p:spPr>
        <p:txBody>
          <a:bodyPr anchorCtr="0" anchor="b" bIns="122800" lIns="122800" spcFirstLastPara="1" rIns="122800" wrap="square" tIns="122800">
            <a:normAutofit/>
          </a:bodyPr>
          <a:lstStyle>
            <a:lvl1pPr lvl="0" algn="l">
              <a:lnSpc>
                <a:spcPct val="100000"/>
              </a:lnSpc>
              <a:spcBef>
                <a:spcPts val="0"/>
              </a:spcBef>
              <a:spcAft>
                <a:spcPts val="0"/>
              </a:spcAft>
              <a:buSzPts val="3224"/>
              <a:buNone/>
              <a:defRPr sz="3224"/>
            </a:lvl1pPr>
            <a:lvl2pPr lvl="1" algn="l">
              <a:lnSpc>
                <a:spcPct val="100000"/>
              </a:lnSpc>
              <a:spcBef>
                <a:spcPts val="0"/>
              </a:spcBef>
              <a:spcAft>
                <a:spcPts val="0"/>
              </a:spcAft>
              <a:buSzPts val="3224"/>
              <a:buNone/>
              <a:defRPr sz="3224"/>
            </a:lvl2pPr>
            <a:lvl3pPr lvl="2" algn="l">
              <a:lnSpc>
                <a:spcPct val="100000"/>
              </a:lnSpc>
              <a:spcBef>
                <a:spcPts val="0"/>
              </a:spcBef>
              <a:spcAft>
                <a:spcPts val="0"/>
              </a:spcAft>
              <a:buSzPts val="3224"/>
              <a:buNone/>
              <a:defRPr sz="3224"/>
            </a:lvl3pPr>
            <a:lvl4pPr lvl="3" algn="l">
              <a:lnSpc>
                <a:spcPct val="100000"/>
              </a:lnSpc>
              <a:spcBef>
                <a:spcPts val="0"/>
              </a:spcBef>
              <a:spcAft>
                <a:spcPts val="0"/>
              </a:spcAft>
              <a:buSzPts val="3224"/>
              <a:buNone/>
              <a:defRPr sz="3224"/>
            </a:lvl4pPr>
            <a:lvl5pPr lvl="4" algn="l">
              <a:lnSpc>
                <a:spcPct val="100000"/>
              </a:lnSpc>
              <a:spcBef>
                <a:spcPts val="0"/>
              </a:spcBef>
              <a:spcAft>
                <a:spcPts val="0"/>
              </a:spcAft>
              <a:buSzPts val="3224"/>
              <a:buNone/>
              <a:defRPr sz="3224"/>
            </a:lvl5pPr>
            <a:lvl6pPr lvl="5" algn="l">
              <a:lnSpc>
                <a:spcPct val="100000"/>
              </a:lnSpc>
              <a:spcBef>
                <a:spcPts val="0"/>
              </a:spcBef>
              <a:spcAft>
                <a:spcPts val="0"/>
              </a:spcAft>
              <a:buSzPts val="3224"/>
              <a:buNone/>
              <a:defRPr sz="3224"/>
            </a:lvl6pPr>
            <a:lvl7pPr lvl="6" algn="l">
              <a:lnSpc>
                <a:spcPct val="100000"/>
              </a:lnSpc>
              <a:spcBef>
                <a:spcPts val="0"/>
              </a:spcBef>
              <a:spcAft>
                <a:spcPts val="0"/>
              </a:spcAft>
              <a:buSzPts val="3224"/>
              <a:buNone/>
              <a:defRPr sz="3224"/>
            </a:lvl7pPr>
            <a:lvl8pPr lvl="7" algn="l">
              <a:lnSpc>
                <a:spcPct val="100000"/>
              </a:lnSpc>
              <a:spcBef>
                <a:spcPts val="0"/>
              </a:spcBef>
              <a:spcAft>
                <a:spcPts val="0"/>
              </a:spcAft>
              <a:buSzPts val="3224"/>
              <a:buNone/>
              <a:defRPr sz="3224"/>
            </a:lvl8pPr>
            <a:lvl9pPr lvl="8" algn="l">
              <a:lnSpc>
                <a:spcPct val="100000"/>
              </a:lnSpc>
              <a:spcBef>
                <a:spcPts val="0"/>
              </a:spcBef>
              <a:spcAft>
                <a:spcPts val="0"/>
              </a:spcAft>
              <a:buSzPts val="3224"/>
              <a:buNone/>
              <a:defRPr sz="3224"/>
            </a:lvl9pPr>
          </a:lstStyle>
          <a:p/>
        </p:txBody>
      </p:sp>
      <p:sp>
        <p:nvSpPr>
          <p:cNvPr id="41" name="Google Shape;41;p16"/>
          <p:cNvSpPr txBox="1"/>
          <p:nvPr>
            <p:ph idx="1" type="body"/>
          </p:nvPr>
        </p:nvSpPr>
        <p:spPr>
          <a:xfrm>
            <a:off x="332480" y="2635093"/>
            <a:ext cx="2995200" cy="6029100"/>
          </a:xfrm>
          <a:prstGeom prst="rect">
            <a:avLst/>
          </a:prstGeom>
          <a:noFill/>
          <a:ln>
            <a:noFill/>
          </a:ln>
        </p:spPr>
        <p:txBody>
          <a:bodyPr anchorCtr="0" anchor="t" bIns="122800" lIns="122800" spcFirstLastPara="1" rIns="122800" wrap="square" tIns="122800">
            <a:normAutofit/>
          </a:bodyPr>
          <a:lstStyle>
            <a:lvl1pPr indent="-330962" lvl="0" marL="457200" algn="l">
              <a:lnSpc>
                <a:spcPct val="115000"/>
              </a:lnSpc>
              <a:spcBef>
                <a:spcPts val="0"/>
              </a:spcBef>
              <a:spcAft>
                <a:spcPts val="0"/>
              </a:spcAft>
              <a:buSzPts val="1612"/>
              <a:buChar char="●"/>
              <a:defRPr sz="1612"/>
            </a:lvl1pPr>
            <a:lvl2pPr indent="-330962" lvl="1" marL="914400" algn="l">
              <a:lnSpc>
                <a:spcPct val="115000"/>
              </a:lnSpc>
              <a:spcBef>
                <a:spcPts val="0"/>
              </a:spcBef>
              <a:spcAft>
                <a:spcPts val="0"/>
              </a:spcAft>
              <a:buSzPts val="1612"/>
              <a:buChar char="○"/>
              <a:defRPr sz="1612"/>
            </a:lvl2pPr>
            <a:lvl3pPr indent="-330962" lvl="2" marL="1371600" algn="l">
              <a:lnSpc>
                <a:spcPct val="115000"/>
              </a:lnSpc>
              <a:spcBef>
                <a:spcPts val="0"/>
              </a:spcBef>
              <a:spcAft>
                <a:spcPts val="0"/>
              </a:spcAft>
              <a:buSzPts val="1612"/>
              <a:buChar char="■"/>
              <a:defRPr sz="1612"/>
            </a:lvl3pPr>
            <a:lvl4pPr indent="-330962" lvl="3" marL="1828800" algn="l">
              <a:lnSpc>
                <a:spcPct val="115000"/>
              </a:lnSpc>
              <a:spcBef>
                <a:spcPts val="0"/>
              </a:spcBef>
              <a:spcAft>
                <a:spcPts val="0"/>
              </a:spcAft>
              <a:buSzPts val="1612"/>
              <a:buChar char="●"/>
              <a:defRPr sz="1612"/>
            </a:lvl4pPr>
            <a:lvl5pPr indent="-330962" lvl="4" marL="2286000" algn="l">
              <a:lnSpc>
                <a:spcPct val="115000"/>
              </a:lnSpc>
              <a:spcBef>
                <a:spcPts val="0"/>
              </a:spcBef>
              <a:spcAft>
                <a:spcPts val="0"/>
              </a:spcAft>
              <a:buSzPts val="1612"/>
              <a:buChar char="○"/>
              <a:defRPr sz="1612"/>
            </a:lvl5pPr>
            <a:lvl6pPr indent="-330962" lvl="5" marL="2743200" algn="l">
              <a:lnSpc>
                <a:spcPct val="115000"/>
              </a:lnSpc>
              <a:spcBef>
                <a:spcPts val="0"/>
              </a:spcBef>
              <a:spcAft>
                <a:spcPts val="0"/>
              </a:spcAft>
              <a:buSzPts val="1612"/>
              <a:buChar char="■"/>
              <a:defRPr sz="1612"/>
            </a:lvl6pPr>
            <a:lvl7pPr indent="-330962" lvl="6" marL="3200400" algn="l">
              <a:lnSpc>
                <a:spcPct val="115000"/>
              </a:lnSpc>
              <a:spcBef>
                <a:spcPts val="0"/>
              </a:spcBef>
              <a:spcAft>
                <a:spcPts val="0"/>
              </a:spcAft>
              <a:buSzPts val="1612"/>
              <a:buChar char="●"/>
              <a:defRPr sz="1612"/>
            </a:lvl7pPr>
            <a:lvl8pPr indent="-330962" lvl="7" marL="3657600" algn="l">
              <a:lnSpc>
                <a:spcPct val="115000"/>
              </a:lnSpc>
              <a:spcBef>
                <a:spcPts val="0"/>
              </a:spcBef>
              <a:spcAft>
                <a:spcPts val="0"/>
              </a:spcAft>
              <a:buSzPts val="1612"/>
              <a:buChar char="○"/>
              <a:defRPr sz="1612"/>
            </a:lvl8pPr>
            <a:lvl9pPr indent="-330962" lvl="8" marL="4114800" algn="l">
              <a:lnSpc>
                <a:spcPct val="115000"/>
              </a:lnSpc>
              <a:spcBef>
                <a:spcPts val="0"/>
              </a:spcBef>
              <a:spcAft>
                <a:spcPts val="0"/>
              </a:spcAft>
              <a:buSzPts val="1612"/>
              <a:buChar char="■"/>
              <a:defRPr sz="1612"/>
            </a:lvl9pPr>
          </a:lstStyle>
          <a:p/>
        </p:txBody>
      </p:sp>
      <p:sp>
        <p:nvSpPr>
          <p:cNvPr id="42" name="Google Shape;42;p16"/>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17"/>
          <p:cNvSpPr txBox="1"/>
          <p:nvPr>
            <p:ph type="title"/>
          </p:nvPr>
        </p:nvSpPr>
        <p:spPr>
          <a:xfrm>
            <a:off x="522933" y="853618"/>
            <a:ext cx="6792300" cy="7757400"/>
          </a:xfrm>
          <a:prstGeom prst="rect">
            <a:avLst/>
          </a:prstGeom>
          <a:noFill/>
          <a:ln>
            <a:noFill/>
          </a:ln>
        </p:spPr>
        <p:txBody>
          <a:bodyPr anchorCtr="0" anchor="ctr" bIns="122800" lIns="122800" spcFirstLastPara="1" rIns="122800" wrap="square" tIns="122800">
            <a:normAutofit/>
          </a:bodyPr>
          <a:lstStyle>
            <a:lvl1pPr lvl="0" algn="l">
              <a:lnSpc>
                <a:spcPct val="100000"/>
              </a:lnSpc>
              <a:spcBef>
                <a:spcPts val="0"/>
              </a:spcBef>
              <a:spcAft>
                <a:spcPts val="0"/>
              </a:spcAft>
              <a:buSzPts val="6447"/>
              <a:buNone/>
              <a:defRPr sz="6447"/>
            </a:lvl1pPr>
            <a:lvl2pPr lvl="1" algn="l">
              <a:lnSpc>
                <a:spcPct val="100000"/>
              </a:lnSpc>
              <a:spcBef>
                <a:spcPts val="0"/>
              </a:spcBef>
              <a:spcAft>
                <a:spcPts val="0"/>
              </a:spcAft>
              <a:buSzPts val="6447"/>
              <a:buNone/>
              <a:defRPr sz="6447"/>
            </a:lvl2pPr>
            <a:lvl3pPr lvl="2" algn="l">
              <a:lnSpc>
                <a:spcPct val="100000"/>
              </a:lnSpc>
              <a:spcBef>
                <a:spcPts val="0"/>
              </a:spcBef>
              <a:spcAft>
                <a:spcPts val="0"/>
              </a:spcAft>
              <a:buSzPts val="6447"/>
              <a:buNone/>
              <a:defRPr sz="6447"/>
            </a:lvl3pPr>
            <a:lvl4pPr lvl="3" algn="l">
              <a:lnSpc>
                <a:spcPct val="100000"/>
              </a:lnSpc>
              <a:spcBef>
                <a:spcPts val="0"/>
              </a:spcBef>
              <a:spcAft>
                <a:spcPts val="0"/>
              </a:spcAft>
              <a:buSzPts val="6447"/>
              <a:buNone/>
              <a:defRPr sz="6447"/>
            </a:lvl4pPr>
            <a:lvl5pPr lvl="4" algn="l">
              <a:lnSpc>
                <a:spcPct val="100000"/>
              </a:lnSpc>
              <a:spcBef>
                <a:spcPts val="0"/>
              </a:spcBef>
              <a:spcAft>
                <a:spcPts val="0"/>
              </a:spcAft>
              <a:buSzPts val="6447"/>
              <a:buNone/>
              <a:defRPr sz="6447"/>
            </a:lvl5pPr>
            <a:lvl6pPr lvl="5" algn="l">
              <a:lnSpc>
                <a:spcPct val="100000"/>
              </a:lnSpc>
              <a:spcBef>
                <a:spcPts val="0"/>
              </a:spcBef>
              <a:spcAft>
                <a:spcPts val="0"/>
              </a:spcAft>
              <a:buSzPts val="6447"/>
              <a:buNone/>
              <a:defRPr sz="6447"/>
            </a:lvl6pPr>
            <a:lvl7pPr lvl="6" algn="l">
              <a:lnSpc>
                <a:spcPct val="100000"/>
              </a:lnSpc>
              <a:spcBef>
                <a:spcPts val="0"/>
              </a:spcBef>
              <a:spcAft>
                <a:spcPts val="0"/>
              </a:spcAft>
              <a:buSzPts val="6447"/>
              <a:buNone/>
              <a:defRPr sz="6447"/>
            </a:lvl7pPr>
            <a:lvl8pPr lvl="7" algn="l">
              <a:lnSpc>
                <a:spcPct val="100000"/>
              </a:lnSpc>
              <a:spcBef>
                <a:spcPts val="0"/>
              </a:spcBef>
              <a:spcAft>
                <a:spcPts val="0"/>
              </a:spcAft>
              <a:buSzPts val="6447"/>
              <a:buNone/>
              <a:defRPr sz="6447"/>
            </a:lvl8pPr>
            <a:lvl9pPr lvl="8" algn="l">
              <a:lnSpc>
                <a:spcPct val="100000"/>
              </a:lnSpc>
              <a:spcBef>
                <a:spcPts val="0"/>
              </a:spcBef>
              <a:spcAft>
                <a:spcPts val="0"/>
              </a:spcAft>
              <a:buSzPts val="6447"/>
              <a:buNone/>
              <a:defRPr sz="6447"/>
            </a:lvl9pPr>
          </a:lstStyle>
          <a:p/>
        </p:txBody>
      </p:sp>
      <p:sp>
        <p:nvSpPr>
          <p:cNvPr id="45" name="Google Shape;45;p17"/>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18"/>
          <p:cNvSpPr/>
          <p:nvPr/>
        </p:nvSpPr>
        <p:spPr>
          <a:xfrm>
            <a:off x="4876800" y="-237"/>
            <a:ext cx="4876800" cy="9753600"/>
          </a:xfrm>
          <a:prstGeom prst="rect">
            <a:avLst/>
          </a:prstGeom>
          <a:solidFill>
            <a:schemeClr val="lt2"/>
          </a:solidFill>
          <a:ln>
            <a:noFill/>
          </a:ln>
        </p:spPr>
        <p:txBody>
          <a:bodyPr anchorCtr="0" anchor="ctr" bIns="122800" lIns="122800" spcFirstLastPara="1" rIns="122800" wrap="square" tIns="1228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 name="Google Shape;48;p18"/>
          <p:cNvSpPr txBox="1"/>
          <p:nvPr>
            <p:ph type="title"/>
          </p:nvPr>
        </p:nvSpPr>
        <p:spPr>
          <a:xfrm>
            <a:off x="283200" y="2338465"/>
            <a:ext cx="4314900" cy="2811000"/>
          </a:xfrm>
          <a:prstGeom prst="rect">
            <a:avLst/>
          </a:prstGeom>
          <a:noFill/>
          <a:ln>
            <a:noFill/>
          </a:ln>
        </p:spPr>
        <p:txBody>
          <a:bodyPr anchorCtr="0" anchor="b" bIns="122800" lIns="122800" spcFirstLastPara="1" rIns="122800" wrap="square" tIns="122800">
            <a:normAutofit/>
          </a:bodyPr>
          <a:lstStyle>
            <a:lvl1pPr lvl="0" algn="ctr">
              <a:lnSpc>
                <a:spcPct val="100000"/>
              </a:lnSpc>
              <a:spcBef>
                <a:spcPts val="0"/>
              </a:spcBef>
              <a:spcAft>
                <a:spcPts val="0"/>
              </a:spcAft>
              <a:buSzPts val="5641"/>
              <a:buNone/>
              <a:defRPr sz="5641"/>
            </a:lvl1pPr>
            <a:lvl2pPr lvl="1" algn="ctr">
              <a:lnSpc>
                <a:spcPct val="100000"/>
              </a:lnSpc>
              <a:spcBef>
                <a:spcPts val="0"/>
              </a:spcBef>
              <a:spcAft>
                <a:spcPts val="0"/>
              </a:spcAft>
              <a:buSzPts val="5641"/>
              <a:buNone/>
              <a:defRPr sz="5641"/>
            </a:lvl2pPr>
            <a:lvl3pPr lvl="2" algn="ctr">
              <a:lnSpc>
                <a:spcPct val="100000"/>
              </a:lnSpc>
              <a:spcBef>
                <a:spcPts val="0"/>
              </a:spcBef>
              <a:spcAft>
                <a:spcPts val="0"/>
              </a:spcAft>
              <a:buSzPts val="5641"/>
              <a:buNone/>
              <a:defRPr sz="5641"/>
            </a:lvl3pPr>
            <a:lvl4pPr lvl="3" algn="ctr">
              <a:lnSpc>
                <a:spcPct val="100000"/>
              </a:lnSpc>
              <a:spcBef>
                <a:spcPts val="0"/>
              </a:spcBef>
              <a:spcAft>
                <a:spcPts val="0"/>
              </a:spcAft>
              <a:buSzPts val="5641"/>
              <a:buNone/>
              <a:defRPr sz="5641"/>
            </a:lvl4pPr>
            <a:lvl5pPr lvl="4" algn="ctr">
              <a:lnSpc>
                <a:spcPct val="100000"/>
              </a:lnSpc>
              <a:spcBef>
                <a:spcPts val="0"/>
              </a:spcBef>
              <a:spcAft>
                <a:spcPts val="0"/>
              </a:spcAft>
              <a:buSzPts val="5641"/>
              <a:buNone/>
              <a:defRPr sz="5641"/>
            </a:lvl5pPr>
            <a:lvl6pPr lvl="5" algn="ctr">
              <a:lnSpc>
                <a:spcPct val="100000"/>
              </a:lnSpc>
              <a:spcBef>
                <a:spcPts val="0"/>
              </a:spcBef>
              <a:spcAft>
                <a:spcPts val="0"/>
              </a:spcAft>
              <a:buSzPts val="5641"/>
              <a:buNone/>
              <a:defRPr sz="5641"/>
            </a:lvl6pPr>
            <a:lvl7pPr lvl="6" algn="ctr">
              <a:lnSpc>
                <a:spcPct val="100000"/>
              </a:lnSpc>
              <a:spcBef>
                <a:spcPts val="0"/>
              </a:spcBef>
              <a:spcAft>
                <a:spcPts val="0"/>
              </a:spcAft>
              <a:buSzPts val="5641"/>
              <a:buNone/>
              <a:defRPr sz="5641"/>
            </a:lvl7pPr>
            <a:lvl8pPr lvl="7" algn="ctr">
              <a:lnSpc>
                <a:spcPct val="100000"/>
              </a:lnSpc>
              <a:spcBef>
                <a:spcPts val="0"/>
              </a:spcBef>
              <a:spcAft>
                <a:spcPts val="0"/>
              </a:spcAft>
              <a:buSzPts val="5641"/>
              <a:buNone/>
              <a:defRPr sz="5641"/>
            </a:lvl8pPr>
            <a:lvl9pPr lvl="8" algn="ctr">
              <a:lnSpc>
                <a:spcPct val="100000"/>
              </a:lnSpc>
              <a:spcBef>
                <a:spcPts val="0"/>
              </a:spcBef>
              <a:spcAft>
                <a:spcPts val="0"/>
              </a:spcAft>
              <a:buSzPts val="5641"/>
              <a:buNone/>
              <a:defRPr sz="5641"/>
            </a:lvl9pPr>
          </a:lstStyle>
          <a:p/>
        </p:txBody>
      </p:sp>
      <p:sp>
        <p:nvSpPr>
          <p:cNvPr id="49" name="Google Shape;49;p18"/>
          <p:cNvSpPr txBox="1"/>
          <p:nvPr>
            <p:ph idx="1" type="subTitle"/>
          </p:nvPr>
        </p:nvSpPr>
        <p:spPr>
          <a:xfrm>
            <a:off x="283200" y="5315461"/>
            <a:ext cx="4314900" cy="2342100"/>
          </a:xfrm>
          <a:prstGeom prst="rect">
            <a:avLst/>
          </a:prstGeom>
          <a:noFill/>
          <a:ln>
            <a:noFill/>
          </a:ln>
        </p:spPr>
        <p:txBody>
          <a:bodyPr anchorCtr="0" anchor="t" bIns="122800" lIns="122800" spcFirstLastPara="1" rIns="122800" wrap="square" tIns="122800">
            <a:normAutofit/>
          </a:bodyPr>
          <a:lstStyle>
            <a:lvl1pPr lvl="0" algn="ctr">
              <a:lnSpc>
                <a:spcPct val="100000"/>
              </a:lnSpc>
              <a:spcBef>
                <a:spcPts val="0"/>
              </a:spcBef>
              <a:spcAft>
                <a:spcPts val="0"/>
              </a:spcAft>
              <a:buSzPts val="2821"/>
              <a:buNone/>
              <a:defRPr sz="2821"/>
            </a:lvl1pPr>
            <a:lvl2pPr lvl="1" algn="ctr">
              <a:lnSpc>
                <a:spcPct val="100000"/>
              </a:lnSpc>
              <a:spcBef>
                <a:spcPts val="0"/>
              </a:spcBef>
              <a:spcAft>
                <a:spcPts val="0"/>
              </a:spcAft>
              <a:buSzPts val="2821"/>
              <a:buNone/>
              <a:defRPr sz="2821"/>
            </a:lvl2pPr>
            <a:lvl3pPr lvl="2" algn="ctr">
              <a:lnSpc>
                <a:spcPct val="100000"/>
              </a:lnSpc>
              <a:spcBef>
                <a:spcPts val="0"/>
              </a:spcBef>
              <a:spcAft>
                <a:spcPts val="0"/>
              </a:spcAft>
              <a:buSzPts val="2821"/>
              <a:buNone/>
              <a:defRPr sz="2821"/>
            </a:lvl3pPr>
            <a:lvl4pPr lvl="3" algn="ctr">
              <a:lnSpc>
                <a:spcPct val="100000"/>
              </a:lnSpc>
              <a:spcBef>
                <a:spcPts val="0"/>
              </a:spcBef>
              <a:spcAft>
                <a:spcPts val="0"/>
              </a:spcAft>
              <a:buSzPts val="2821"/>
              <a:buNone/>
              <a:defRPr sz="2821"/>
            </a:lvl4pPr>
            <a:lvl5pPr lvl="4" algn="ctr">
              <a:lnSpc>
                <a:spcPct val="100000"/>
              </a:lnSpc>
              <a:spcBef>
                <a:spcPts val="0"/>
              </a:spcBef>
              <a:spcAft>
                <a:spcPts val="0"/>
              </a:spcAft>
              <a:buSzPts val="2821"/>
              <a:buNone/>
              <a:defRPr sz="2821"/>
            </a:lvl5pPr>
            <a:lvl6pPr lvl="5" algn="ctr">
              <a:lnSpc>
                <a:spcPct val="100000"/>
              </a:lnSpc>
              <a:spcBef>
                <a:spcPts val="0"/>
              </a:spcBef>
              <a:spcAft>
                <a:spcPts val="0"/>
              </a:spcAft>
              <a:buSzPts val="2821"/>
              <a:buNone/>
              <a:defRPr sz="2821"/>
            </a:lvl6pPr>
            <a:lvl7pPr lvl="6" algn="ctr">
              <a:lnSpc>
                <a:spcPct val="100000"/>
              </a:lnSpc>
              <a:spcBef>
                <a:spcPts val="0"/>
              </a:spcBef>
              <a:spcAft>
                <a:spcPts val="0"/>
              </a:spcAft>
              <a:buSzPts val="2821"/>
              <a:buNone/>
              <a:defRPr sz="2821"/>
            </a:lvl7pPr>
            <a:lvl8pPr lvl="7" algn="ctr">
              <a:lnSpc>
                <a:spcPct val="100000"/>
              </a:lnSpc>
              <a:spcBef>
                <a:spcPts val="0"/>
              </a:spcBef>
              <a:spcAft>
                <a:spcPts val="0"/>
              </a:spcAft>
              <a:buSzPts val="2821"/>
              <a:buNone/>
              <a:defRPr sz="2821"/>
            </a:lvl8pPr>
            <a:lvl9pPr lvl="8" algn="ctr">
              <a:lnSpc>
                <a:spcPct val="100000"/>
              </a:lnSpc>
              <a:spcBef>
                <a:spcPts val="0"/>
              </a:spcBef>
              <a:spcAft>
                <a:spcPts val="0"/>
              </a:spcAft>
              <a:buSzPts val="2821"/>
              <a:buNone/>
              <a:defRPr sz="2821"/>
            </a:lvl9pPr>
          </a:lstStyle>
          <a:p/>
        </p:txBody>
      </p:sp>
      <p:sp>
        <p:nvSpPr>
          <p:cNvPr id="50" name="Google Shape;50;p18"/>
          <p:cNvSpPr txBox="1"/>
          <p:nvPr>
            <p:ph idx="2" type="body"/>
          </p:nvPr>
        </p:nvSpPr>
        <p:spPr>
          <a:xfrm>
            <a:off x="5268800" y="1373061"/>
            <a:ext cx="4092900" cy="7007100"/>
          </a:xfrm>
          <a:prstGeom prst="rect">
            <a:avLst/>
          </a:prstGeom>
          <a:noFill/>
          <a:ln>
            <a:noFill/>
          </a:ln>
        </p:spPr>
        <p:txBody>
          <a:bodyPr anchorCtr="0" anchor="ctr" bIns="122800" lIns="122800" spcFirstLastPara="1" rIns="122800" wrap="square" tIns="122800">
            <a:normAutofit/>
          </a:bodyPr>
          <a:lstStyle>
            <a:lvl1pPr indent="-382143" lvl="0" marL="457200" algn="l">
              <a:lnSpc>
                <a:spcPct val="115000"/>
              </a:lnSpc>
              <a:spcBef>
                <a:spcPts val="0"/>
              </a:spcBef>
              <a:spcAft>
                <a:spcPts val="0"/>
              </a:spcAft>
              <a:buSzPts val="2418"/>
              <a:buChar char="●"/>
              <a:defRPr sz="2418"/>
            </a:lvl1pPr>
            <a:lvl2pPr indent="-347980" lvl="1" marL="914400" algn="l">
              <a:lnSpc>
                <a:spcPct val="115000"/>
              </a:lnSpc>
              <a:spcBef>
                <a:spcPts val="0"/>
              </a:spcBef>
              <a:spcAft>
                <a:spcPts val="0"/>
              </a:spcAft>
              <a:buSzPts val="1880"/>
              <a:buChar char="○"/>
              <a:defRPr sz="1880"/>
            </a:lvl2pPr>
            <a:lvl3pPr indent="-347980" lvl="2" marL="1371600" algn="l">
              <a:lnSpc>
                <a:spcPct val="115000"/>
              </a:lnSpc>
              <a:spcBef>
                <a:spcPts val="0"/>
              </a:spcBef>
              <a:spcAft>
                <a:spcPts val="0"/>
              </a:spcAft>
              <a:buSzPts val="1880"/>
              <a:buChar char="■"/>
              <a:defRPr sz="1880"/>
            </a:lvl3pPr>
            <a:lvl4pPr indent="-347980" lvl="3" marL="1828800" algn="l">
              <a:lnSpc>
                <a:spcPct val="115000"/>
              </a:lnSpc>
              <a:spcBef>
                <a:spcPts val="0"/>
              </a:spcBef>
              <a:spcAft>
                <a:spcPts val="0"/>
              </a:spcAft>
              <a:buSzPts val="1880"/>
              <a:buChar char="●"/>
              <a:defRPr sz="1880"/>
            </a:lvl4pPr>
            <a:lvl5pPr indent="-347980" lvl="4" marL="2286000" algn="l">
              <a:lnSpc>
                <a:spcPct val="115000"/>
              </a:lnSpc>
              <a:spcBef>
                <a:spcPts val="0"/>
              </a:spcBef>
              <a:spcAft>
                <a:spcPts val="0"/>
              </a:spcAft>
              <a:buSzPts val="1880"/>
              <a:buChar char="○"/>
              <a:defRPr sz="1880"/>
            </a:lvl5pPr>
            <a:lvl6pPr indent="-347980" lvl="5" marL="2743200" algn="l">
              <a:lnSpc>
                <a:spcPct val="115000"/>
              </a:lnSpc>
              <a:spcBef>
                <a:spcPts val="0"/>
              </a:spcBef>
              <a:spcAft>
                <a:spcPts val="0"/>
              </a:spcAft>
              <a:buSzPts val="1880"/>
              <a:buChar char="■"/>
              <a:defRPr sz="1880"/>
            </a:lvl6pPr>
            <a:lvl7pPr indent="-347980" lvl="6" marL="3200400" algn="l">
              <a:lnSpc>
                <a:spcPct val="115000"/>
              </a:lnSpc>
              <a:spcBef>
                <a:spcPts val="0"/>
              </a:spcBef>
              <a:spcAft>
                <a:spcPts val="0"/>
              </a:spcAft>
              <a:buSzPts val="1880"/>
              <a:buChar char="●"/>
              <a:defRPr sz="1880"/>
            </a:lvl7pPr>
            <a:lvl8pPr indent="-347980" lvl="7" marL="3657600" algn="l">
              <a:lnSpc>
                <a:spcPct val="115000"/>
              </a:lnSpc>
              <a:spcBef>
                <a:spcPts val="0"/>
              </a:spcBef>
              <a:spcAft>
                <a:spcPts val="0"/>
              </a:spcAft>
              <a:buSzPts val="1880"/>
              <a:buChar char="○"/>
              <a:defRPr sz="1880"/>
            </a:lvl8pPr>
            <a:lvl9pPr indent="-347980" lvl="8" marL="4114800" algn="l">
              <a:lnSpc>
                <a:spcPct val="115000"/>
              </a:lnSpc>
              <a:spcBef>
                <a:spcPts val="0"/>
              </a:spcBef>
              <a:spcAft>
                <a:spcPts val="0"/>
              </a:spcAft>
              <a:buSzPts val="1880"/>
              <a:buChar char="■"/>
              <a:defRPr sz="1880"/>
            </a:lvl9pPr>
          </a:lstStyle>
          <a:p/>
        </p:txBody>
      </p:sp>
      <p:sp>
        <p:nvSpPr>
          <p:cNvPr id="51" name="Google Shape;51;p18"/>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9"/>
          <p:cNvSpPr txBox="1"/>
          <p:nvPr>
            <p:ph idx="1" type="body"/>
          </p:nvPr>
        </p:nvSpPr>
        <p:spPr>
          <a:xfrm>
            <a:off x="332480" y="8022424"/>
            <a:ext cx="6398700" cy="1147500"/>
          </a:xfrm>
          <a:prstGeom prst="rect">
            <a:avLst/>
          </a:prstGeom>
          <a:noFill/>
          <a:ln>
            <a:noFill/>
          </a:ln>
        </p:spPr>
        <p:txBody>
          <a:bodyPr anchorCtr="0" anchor="ctr" bIns="122800" lIns="122800" spcFirstLastPara="1" rIns="122800" wrap="square" tIns="122800">
            <a:normAutofit/>
          </a:bodyPr>
          <a:lstStyle>
            <a:lvl1pPr indent="-228600" lvl="0" marL="457200" algn="l">
              <a:lnSpc>
                <a:spcPct val="100000"/>
              </a:lnSpc>
              <a:spcBef>
                <a:spcPts val="0"/>
              </a:spcBef>
              <a:spcAft>
                <a:spcPts val="0"/>
              </a:spcAft>
              <a:buSzPts val="2418"/>
              <a:buNone/>
              <a:defRPr sz="2418"/>
            </a:lvl1pPr>
          </a:lstStyle>
          <a:p/>
        </p:txBody>
      </p:sp>
      <p:sp>
        <p:nvSpPr>
          <p:cNvPr id="54" name="Google Shape;54;p19"/>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20"/>
          <p:cNvSpPr txBox="1"/>
          <p:nvPr>
            <p:ph hasCustomPrompt="1" type="title"/>
          </p:nvPr>
        </p:nvSpPr>
        <p:spPr>
          <a:xfrm>
            <a:off x="332480" y="2097541"/>
            <a:ext cx="9088500" cy="3723300"/>
          </a:xfrm>
          <a:prstGeom prst="rect">
            <a:avLst/>
          </a:prstGeom>
          <a:noFill/>
          <a:ln>
            <a:noFill/>
          </a:ln>
        </p:spPr>
        <p:txBody>
          <a:bodyPr anchorCtr="0" anchor="b" bIns="122800" lIns="122800" spcFirstLastPara="1" rIns="122800" wrap="square" tIns="122800">
            <a:normAutofit/>
          </a:bodyPr>
          <a:lstStyle>
            <a:lvl1pPr lvl="0" algn="ctr">
              <a:lnSpc>
                <a:spcPct val="100000"/>
              </a:lnSpc>
              <a:spcBef>
                <a:spcPts val="0"/>
              </a:spcBef>
              <a:spcAft>
                <a:spcPts val="0"/>
              </a:spcAft>
              <a:buSzPts val="16119"/>
              <a:buNone/>
              <a:defRPr sz="16119"/>
            </a:lvl1pPr>
            <a:lvl2pPr lvl="1" algn="ctr">
              <a:lnSpc>
                <a:spcPct val="100000"/>
              </a:lnSpc>
              <a:spcBef>
                <a:spcPts val="0"/>
              </a:spcBef>
              <a:spcAft>
                <a:spcPts val="0"/>
              </a:spcAft>
              <a:buSzPts val="16119"/>
              <a:buNone/>
              <a:defRPr sz="16119"/>
            </a:lvl2pPr>
            <a:lvl3pPr lvl="2" algn="ctr">
              <a:lnSpc>
                <a:spcPct val="100000"/>
              </a:lnSpc>
              <a:spcBef>
                <a:spcPts val="0"/>
              </a:spcBef>
              <a:spcAft>
                <a:spcPts val="0"/>
              </a:spcAft>
              <a:buSzPts val="16119"/>
              <a:buNone/>
              <a:defRPr sz="16119"/>
            </a:lvl3pPr>
            <a:lvl4pPr lvl="3" algn="ctr">
              <a:lnSpc>
                <a:spcPct val="100000"/>
              </a:lnSpc>
              <a:spcBef>
                <a:spcPts val="0"/>
              </a:spcBef>
              <a:spcAft>
                <a:spcPts val="0"/>
              </a:spcAft>
              <a:buSzPts val="16119"/>
              <a:buNone/>
              <a:defRPr sz="16119"/>
            </a:lvl4pPr>
            <a:lvl5pPr lvl="4" algn="ctr">
              <a:lnSpc>
                <a:spcPct val="100000"/>
              </a:lnSpc>
              <a:spcBef>
                <a:spcPts val="0"/>
              </a:spcBef>
              <a:spcAft>
                <a:spcPts val="0"/>
              </a:spcAft>
              <a:buSzPts val="16119"/>
              <a:buNone/>
              <a:defRPr sz="16119"/>
            </a:lvl5pPr>
            <a:lvl6pPr lvl="5" algn="ctr">
              <a:lnSpc>
                <a:spcPct val="100000"/>
              </a:lnSpc>
              <a:spcBef>
                <a:spcPts val="0"/>
              </a:spcBef>
              <a:spcAft>
                <a:spcPts val="0"/>
              </a:spcAft>
              <a:buSzPts val="16119"/>
              <a:buNone/>
              <a:defRPr sz="16119"/>
            </a:lvl6pPr>
            <a:lvl7pPr lvl="6" algn="ctr">
              <a:lnSpc>
                <a:spcPct val="100000"/>
              </a:lnSpc>
              <a:spcBef>
                <a:spcPts val="0"/>
              </a:spcBef>
              <a:spcAft>
                <a:spcPts val="0"/>
              </a:spcAft>
              <a:buSzPts val="16119"/>
              <a:buNone/>
              <a:defRPr sz="16119"/>
            </a:lvl7pPr>
            <a:lvl8pPr lvl="7" algn="ctr">
              <a:lnSpc>
                <a:spcPct val="100000"/>
              </a:lnSpc>
              <a:spcBef>
                <a:spcPts val="0"/>
              </a:spcBef>
              <a:spcAft>
                <a:spcPts val="0"/>
              </a:spcAft>
              <a:buSzPts val="16119"/>
              <a:buNone/>
              <a:defRPr sz="16119"/>
            </a:lvl8pPr>
            <a:lvl9pPr lvl="8" algn="ctr">
              <a:lnSpc>
                <a:spcPct val="100000"/>
              </a:lnSpc>
              <a:spcBef>
                <a:spcPts val="0"/>
              </a:spcBef>
              <a:spcAft>
                <a:spcPts val="0"/>
              </a:spcAft>
              <a:buSzPts val="16119"/>
              <a:buNone/>
              <a:defRPr sz="16119"/>
            </a:lvl9pPr>
          </a:lstStyle>
          <a:p>
            <a:r>
              <a:t>xx%</a:t>
            </a:r>
          </a:p>
        </p:txBody>
      </p:sp>
      <p:sp>
        <p:nvSpPr>
          <p:cNvPr id="57" name="Google Shape;57;p20"/>
          <p:cNvSpPr txBox="1"/>
          <p:nvPr>
            <p:ph idx="1" type="body"/>
          </p:nvPr>
        </p:nvSpPr>
        <p:spPr>
          <a:xfrm>
            <a:off x="332480" y="5977553"/>
            <a:ext cx="9088500" cy="2466600"/>
          </a:xfrm>
          <a:prstGeom prst="rect">
            <a:avLst/>
          </a:prstGeom>
          <a:noFill/>
          <a:ln>
            <a:noFill/>
          </a:ln>
        </p:spPr>
        <p:txBody>
          <a:bodyPr anchorCtr="0" anchor="t" bIns="122800" lIns="122800" spcFirstLastPara="1" rIns="122800" wrap="square" tIns="122800">
            <a:normAutofit/>
          </a:bodyPr>
          <a:lstStyle>
            <a:lvl1pPr indent="-382143" lvl="0" marL="457200" algn="ctr">
              <a:lnSpc>
                <a:spcPct val="115000"/>
              </a:lnSpc>
              <a:spcBef>
                <a:spcPts val="0"/>
              </a:spcBef>
              <a:spcAft>
                <a:spcPts val="0"/>
              </a:spcAft>
              <a:buSzPts val="2418"/>
              <a:buChar char="●"/>
              <a:defRPr sz="2418"/>
            </a:lvl1pPr>
            <a:lvl2pPr indent="-347980" lvl="1" marL="914400" algn="ctr">
              <a:lnSpc>
                <a:spcPct val="115000"/>
              </a:lnSpc>
              <a:spcBef>
                <a:spcPts val="0"/>
              </a:spcBef>
              <a:spcAft>
                <a:spcPts val="0"/>
              </a:spcAft>
              <a:buSzPts val="1880"/>
              <a:buChar char="○"/>
              <a:defRPr sz="1880"/>
            </a:lvl2pPr>
            <a:lvl3pPr indent="-347980" lvl="2" marL="1371600" algn="ctr">
              <a:lnSpc>
                <a:spcPct val="115000"/>
              </a:lnSpc>
              <a:spcBef>
                <a:spcPts val="0"/>
              </a:spcBef>
              <a:spcAft>
                <a:spcPts val="0"/>
              </a:spcAft>
              <a:buSzPts val="1880"/>
              <a:buChar char="■"/>
              <a:defRPr sz="1880"/>
            </a:lvl3pPr>
            <a:lvl4pPr indent="-347980" lvl="3" marL="1828800" algn="ctr">
              <a:lnSpc>
                <a:spcPct val="115000"/>
              </a:lnSpc>
              <a:spcBef>
                <a:spcPts val="0"/>
              </a:spcBef>
              <a:spcAft>
                <a:spcPts val="0"/>
              </a:spcAft>
              <a:buSzPts val="1880"/>
              <a:buChar char="●"/>
              <a:defRPr sz="1880"/>
            </a:lvl4pPr>
            <a:lvl5pPr indent="-347980" lvl="4" marL="2286000" algn="ctr">
              <a:lnSpc>
                <a:spcPct val="115000"/>
              </a:lnSpc>
              <a:spcBef>
                <a:spcPts val="0"/>
              </a:spcBef>
              <a:spcAft>
                <a:spcPts val="0"/>
              </a:spcAft>
              <a:buSzPts val="1880"/>
              <a:buChar char="○"/>
              <a:defRPr sz="1880"/>
            </a:lvl5pPr>
            <a:lvl6pPr indent="-347980" lvl="5" marL="2743200" algn="ctr">
              <a:lnSpc>
                <a:spcPct val="115000"/>
              </a:lnSpc>
              <a:spcBef>
                <a:spcPts val="0"/>
              </a:spcBef>
              <a:spcAft>
                <a:spcPts val="0"/>
              </a:spcAft>
              <a:buSzPts val="1880"/>
              <a:buChar char="■"/>
              <a:defRPr sz="1880"/>
            </a:lvl6pPr>
            <a:lvl7pPr indent="-347980" lvl="6" marL="3200400" algn="ctr">
              <a:lnSpc>
                <a:spcPct val="115000"/>
              </a:lnSpc>
              <a:spcBef>
                <a:spcPts val="0"/>
              </a:spcBef>
              <a:spcAft>
                <a:spcPts val="0"/>
              </a:spcAft>
              <a:buSzPts val="1880"/>
              <a:buChar char="●"/>
              <a:defRPr sz="1880"/>
            </a:lvl7pPr>
            <a:lvl8pPr indent="-347980" lvl="7" marL="3657600" algn="ctr">
              <a:lnSpc>
                <a:spcPct val="115000"/>
              </a:lnSpc>
              <a:spcBef>
                <a:spcPts val="0"/>
              </a:spcBef>
              <a:spcAft>
                <a:spcPts val="0"/>
              </a:spcAft>
              <a:buSzPts val="1880"/>
              <a:buChar char="○"/>
              <a:defRPr sz="1880"/>
            </a:lvl8pPr>
            <a:lvl9pPr indent="-347980" lvl="8" marL="4114800" algn="ctr">
              <a:lnSpc>
                <a:spcPct val="115000"/>
              </a:lnSpc>
              <a:spcBef>
                <a:spcPts val="0"/>
              </a:spcBef>
              <a:spcAft>
                <a:spcPts val="0"/>
              </a:spcAft>
              <a:buSzPts val="1880"/>
              <a:buChar char="■"/>
              <a:defRPr sz="1880"/>
            </a:lvl9pPr>
          </a:lstStyle>
          <a:p/>
        </p:txBody>
      </p:sp>
      <p:sp>
        <p:nvSpPr>
          <p:cNvPr id="58" name="Google Shape;58;p20"/>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59" name="Shape 59"/>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60" name="Shape 60"/>
        <p:cNvGrpSpPr/>
        <p:nvPr/>
      </p:nvGrpSpPr>
      <p:grpSpPr>
        <a:xfrm>
          <a:off x="0" y="0"/>
          <a:ext cx="0" cy="0"/>
          <a:chOff x="0" y="0"/>
          <a:chExt cx="0" cy="0"/>
        </a:xfrm>
      </p:grpSpPr>
      <p:sp>
        <p:nvSpPr>
          <p:cNvPr id="61" name="Google Shape;61;p22"/>
          <p:cNvSpPr txBox="1"/>
          <p:nvPr>
            <p:ph type="ctrTitle"/>
          </p:nvPr>
        </p:nvSpPr>
        <p:spPr>
          <a:xfrm>
            <a:off x="332489" y="1411935"/>
            <a:ext cx="9088500" cy="3892200"/>
          </a:xfrm>
          <a:prstGeom prst="rect">
            <a:avLst/>
          </a:prstGeom>
          <a:noFill/>
          <a:ln>
            <a:noFill/>
          </a:ln>
        </p:spPr>
        <p:txBody>
          <a:bodyPr anchorCtr="0" anchor="b" bIns="122800" lIns="122800" spcFirstLastPara="1" rIns="122800" wrap="square" tIns="122800">
            <a:normAutofit/>
          </a:bodyPr>
          <a:lstStyle>
            <a:lvl1pPr lvl="0" algn="ctr">
              <a:lnSpc>
                <a:spcPct val="100000"/>
              </a:lnSpc>
              <a:spcBef>
                <a:spcPts val="0"/>
              </a:spcBef>
              <a:spcAft>
                <a:spcPts val="0"/>
              </a:spcAft>
              <a:buSzPts val="6985"/>
              <a:buNone/>
              <a:defRPr sz="6985"/>
            </a:lvl1pPr>
            <a:lvl2pPr lvl="1" algn="ctr">
              <a:lnSpc>
                <a:spcPct val="100000"/>
              </a:lnSpc>
              <a:spcBef>
                <a:spcPts val="0"/>
              </a:spcBef>
              <a:spcAft>
                <a:spcPts val="0"/>
              </a:spcAft>
              <a:buSzPts val="6985"/>
              <a:buNone/>
              <a:defRPr sz="6985"/>
            </a:lvl2pPr>
            <a:lvl3pPr lvl="2" algn="ctr">
              <a:lnSpc>
                <a:spcPct val="100000"/>
              </a:lnSpc>
              <a:spcBef>
                <a:spcPts val="0"/>
              </a:spcBef>
              <a:spcAft>
                <a:spcPts val="0"/>
              </a:spcAft>
              <a:buSzPts val="6985"/>
              <a:buNone/>
              <a:defRPr sz="6985"/>
            </a:lvl3pPr>
            <a:lvl4pPr lvl="3" algn="ctr">
              <a:lnSpc>
                <a:spcPct val="100000"/>
              </a:lnSpc>
              <a:spcBef>
                <a:spcPts val="0"/>
              </a:spcBef>
              <a:spcAft>
                <a:spcPts val="0"/>
              </a:spcAft>
              <a:buSzPts val="6985"/>
              <a:buNone/>
              <a:defRPr sz="6985"/>
            </a:lvl4pPr>
            <a:lvl5pPr lvl="4" algn="ctr">
              <a:lnSpc>
                <a:spcPct val="100000"/>
              </a:lnSpc>
              <a:spcBef>
                <a:spcPts val="0"/>
              </a:spcBef>
              <a:spcAft>
                <a:spcPts val="0"/>
              </a:spcAft>
              <a:buSzPts val="6985"/>
              <a:buNone/>
              <a:defRPr sz="6985"/>
            </a:lvl5pPr>
            <a:lvl6pPr lvl="5" algn="ctr">
              <a:lnSpc>
                <a:spcPct val="100000"/>
              </a:lnSpc>
              <a:spcBef>
                <a:spcPts val="0"/>
              </a:spcBef>
              <a:spcAft>
                <a:spcPts val="0"/>
              </a:spcAft>
              <a:buSzPts val="6985"/>
              <a:buNone/>
              <a:defRPr sz="6985"/>
            </a:lvl6pPr>
            <a:lvl7pPr lvl="6" algn="ctr">
              <a:lnSpc>
                <a:spcPct val="100000"/>
              </a:lnSpc>
              <a:spcBef>
                <a:spcPts val="0"/>
              </a:spcBef>
              <a:spcAft>
                <a:spcPts val="0"/>
              </a:spcAft>
              <a:buSzPts val="6985"/>
              <a:buNone/>
              <a:defRPr sz="6985"/>
            </a:lvl7pPr>
            <a:lvl8pPr lvl="7" algn="ctr">
              <a:lnSpc>
                <a:spcPct val="100000"/>
              </a:lnSpc>
              <a:spcBef>
                <a:spcPts val="0"/>
              </a:spcBef>
              <a:spcAft>
                <a:spcPts val="0"/>
              </a:spcAft>
              <a:buSzPts val="6985"/>
              <a:buNone/>
              <a:defRPr sz="6985"/>
            </a:lvl8pPr>
            <a:lvl9pPr lvl="8" algn="ctr">
              <a:lnSpc>
                <a:spcPct val="100000"/>
              </a:lnSpc>
              <a:spcBef>
                <a:spcPts val="0"/>
              </a:spcBef>
              <a:spcAft>
                <a:spcPts val="0"/>
              </a:spcAft>
              <a:buSzPts val="6985"/>
              <a:buNone/>
              <a:defRPr sz="6985"/>
            </a:lvl9pPr>
          </a:lstStyle>
          <a:p/>
        </p:txBody>
      </p:sp>
      <p:sp>
        <p:nvSpPr>
          <p:cNvPr id="62" name="Google Shape;62;p22"/>
          <p:cNvSpPr txBox="1"/>
          <p:nvPr>
            <p:ph idx="1" type="subTitle"/>
          </p:nvPr>
        </p:nvSpPr>
        <p:spPr>
          <a:xfrm>
            <a:off x="332480" y="5374341"/>
            <a:ext cx="9088500" cy="1503000"/>
          </a:xfrm>
          <a:prstGeom prst="rect">
            <a:avLst/>
          </a:prstGeom>
          <a:noFill/>
          <a:ln>
            <a:noFill/>
          </a:ln>
        </p:spPr>
        <p:txBody>
          <a:bodyPr anchorCtr="0" anchor="t" bIns="122800" lIns="122800" spcFirstLastPara="1" rIns="122800" wrap="square" tIns="122800">
            <a:normAutofit/>
          </a:bodyPr>
          <a:lstStyle>
            <a:lvl1pPr lvl="0" algn="ctr">
              <a:lnSpc>
                <a:spcPct val="100000"/>
              </a:lnSpc>
              <a:spcBef>
                <a:spcPts val="0"/>
              </a:spcBef>
              <a:spcAft>
                <a:spcPts val="0"/>
              </a:spcAft>
              <a:buSzPts val="3761"/>
              <a:buNone/>
              <a:defRPr sz="3761"/>
            </a:lvl1pPr>
            <a:lvl2pPr lvl="1" algn="ctr">
              <a:lnSpc>
                <a:spcPct val="100000"/>
              </a:lnSpc>
              <a:spcBef>
                <a:spcPts val="0"/>
              </a:spcBef>
              <a:spcAft>
                <a:spcPts val="0"/>
              </a:spcAft>
              <a:buSzPts val="3761"/>
              <a:buNone/>
              <a:defRPr sz="3761"/>
            </a:lvl2pPr>
            <a:lvl3pPr lvl="2" algn="ctr">
              <a:lnSpc>
                <a:spcPct val="100000"/>
              </a:lnSpc>
              <a:spcBef>
                <a:spcPts val="0"/>
              </a:spcBef>
              <a:spcAft>
                <a:spcPts val="0"/>
              </a:spcAft>
              <a:buSzPts val="3761"/>
              <a:buNone/>
              <a:defRPr sz="3761"/>
            </a:lvl3pPr>
            <a:lvl4pPr lvl="3" algn="ctr">
              <a:lnSpc>
                <a:spcPct val="100000"/>
              </a:lnSpc>
              <a:spcBef>
                <a:spcPts val="0"/>
              </a:spcBef>
              <a:spcAft>
                <a:spcPts val="0"/>
              </a:spcAft>
              <a:buSzPts val="3761"/>
              <a:buNone/>
              <a:defRPr sz="3761"/>
            </a:lvl4pPr>
            <a:lvl5pPr lvl="4" algn="ctr">
              <a:lnSpc>
                <a:spcPct val="100000"/>
              </a:lnSpc>
              <a:spcBef>
                <a:spcPts val="0"/>
              </a:spcBef>
              <a:spcAft>
                <a:spcPts val="0"/>
              </a:spcAft>
              <a:buSzPts val="3761"/>
              <a:buNone/>
              <a:defRPr sz="3761"/>
            </a:lvl5pPr>
            <a:lvl6pPr lvl="5" algn="ctr">
              <a:lnSpc>
                <a:spcPct val="100000"/>
              </a:lnSpc>
              <a:spcBef>
                <a:spcPts val="0"/>
              </a:spcBef>
              <a:spcAft>
                <a:spcPts val="0"/>
              </a:spcAft>
              <a:buSzPts val="3761"/>
              <a:buNone/>
              <a:defRPr sz="3761"/>
            </a:lvl6pPr>
            <a:lvl7pPr lvl="6" algn="ctr">
              <a:lnSpc>
                <a:spcPct val="100000"/>
              </a:lnSpc>
              <a:spcBef>
                <a:spcPts val="0"/>
              </a:spcBef>
              <a:spcAft>
                <a:spcPts val="0"/>
              </a:spcAft>
              <a:buSzPts val="3761"/>
              <a:buNone/>
              <a:defRPr sz="3761"/>
            </a:lvl7pPr>
            <a:lvl8pPr lvl="7" algn="ctr">
              <a:lnSpc>
                <a:spcPct val="100000"/>
              </a:lnSpc>
              <a:spcBef>
                <a:spcPts val="0"/>
              </a:spcBef>
              <a:spcAft>
                <a:spcPts val="0"/>
              </a:spcAft>
              <a:buSzPts val="3761"/>
              <a:buNone/>
              <a:defRPr sz="3761"/>
            </a:lvl8pPr>
            <a:lvl9pPr lvl="8" algn="ctr">
              <a:lnSpc>
                <a:spcPct val="100000"/>
              </a:lnSpc>
              <a:spcBef>
                <a:spcPts val="0"/>
              </a:spcBef>
              <a:spcAft>
                <a:spcPts val="0"/>
              </a:spcAft>
              <a:buSzPts val="3761"/>
              <a:buNone/>
              <a:defRPr sz="3761"/>
            </a:lvl9pPr>
          </a:lstStyle>
          <a:p/>
        </p:txBody>
      </p:sp>
      <p:sp>
        <p:nvSpPr>
          <p:cNvPr id="63" name="Google Shape;63;p22"/>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extLst>
    <p:ext uri="{DCECCB84-F9BA-43D5-87BE-67443E8EF086}">
      <p15:sldGuideLst>
        <p15:guide id="1" pos="5989">
          <p15:clr>
            <a:srgbClr val="E46962"/>
          </p15:clr>
        </p15:guide>
        <p15:guide id="2" pos="5790">
          <p15:clr>
            <a:srgbClr val="E46962"/>
          </p15:clr>
        </p15:guide>
        <p15:guide id="3" pos="155">
          <p15:clr>
            <a:srgbClr val="E46962"/>
          </p15:clr>
        </p15:guide>
        <p15:guide id="4" pos="354">
          <p15:clr>
            <a:srgbClr val="E46962"/>
          </p15:clr>
        </p15:guide>
        <p15:guide id="5" orient="horz" pos="275">
          <p15:clr>
            <a:srgbClr val="E46962"/>
          </p15:clr>
        </p15:guide>
        <p15:guide id="6" orient="horz" pos="630">
          <p15:clr>
            <a:srgbClr val="E46962"/>
          </p15:clr>
        </p15:guide>
        <p15:guide id="7" orient="horz" pos="5514">
          <p15:clr>
            <a:srgbClr val="E46962"/>
          </p15:clr>
        </p15:guide>
        <p15:guide id="8" orient="horz" pos="5869">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002e83a5c272dc0_9_0)">
  <p:cSld name="Generated (h6002e83a5c272dc0_9_0)">
    <p:spTree>
      <p:nvGrpSpPr>
        <p:cNvPr id="68" name="Shape 68"/>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h2970144f53c11804_0_321"/>
          <p:cNvSpPr txBox="1"/>
          <p:nvPr>
            <p:ph type="ctrTitle"/>
          </p:nvPr>
        </p:nvSpPr>
        <p:spPr>
          <a:xfrm>
            <a:off x="332489" y="1411935"/>
            <a:ext cx="9088500" cy="3892200"/>
          </a:xfrm>
          <a:prstGeom prst="rect">
            <a:avLst/>
          </a:prstGeom>
        </p:spPr>
        <p:txBody>
          <a:bodyPr anchorCtr="0" anchor="b" bIns="122800" lIns="122800" spcFirstLastPara="1" rIns="122800" wrap="square" tIns="122800">
            <a:normAutofit/>
          </a:bodyPr>
          <a:lstStyle>
            <a:lvl1pPr lvl="0" algn="ctr">
              <a:spcBef>
                <a:spcPts val="0"/>
              </a:spcBef>
              <a:spcAft>
                <a:spcPts val="0"/>
              </a:spcAft>
              <a:buSzPts val="7000"/>
              <a:buNone/>
              <a:defRPr sz="7000"/>
            </a:lvl1pPr>
            <a:lvl2pPr lvl="1" algn="ctr">
              <a:spcBef>
                <a:spcPts val="0"/>
              </a:spcBef>
              <a:spcAft>
                <a:spcPts val="0"/>
              </a:spcAft>
              <a:buSzPts val="7000"/>
              <a:buNone/>
              <a:defRPr sz="7000"/>
            </a:lvl2pPr>
            <a:lvl3pPr lvl="2" algn="ctr">
              <a:spcBef>
                <a:spcPts val="0"/>
              </a:spcBef>
              <a:spcAft>
                <a:spcPts val="0"/>
              </a:spcAft>
              <a:buSzPts val="7000"/>
              <a:buNone/>
              <a:defRPr sz="7000"/>
            </a:lvl3pPr>
            <a:lvl4pPr lvl="3" algn="ctr">
              <a:spcBef>
                <a:spcPts val="0"/>
              </a:spcBef>
              <a:spcAft>
                <a:spcPts val="0"/>
              </a:spcAft>
              <a:buSzPts val="7000"/>
              <a:buNone/>
              <a:defRPr sz="7000"/>
            </a:lvl4pPr>
            <a:lvl5pPr lvl="4" algn="ctr">
              <a:spcBef>
                <a:spcPts val="0"/>
              </a:spcBef>
              <a:spcAft>
                <a:spcPts val="0"/>
              </a:spcAft>
              <a:buSzPts val="7000"/>
              <a:buNone/>
              <a:defRPr sz="7000"/>
            </a:lvl5pPr>
            <a:lvl6pPr lvl="5" algn="ctr">
              <a:spcBef>
                <a:spcPts val="0"/>
              </a:spcBef>
              <a:spcAft>
                <a:spcPts val="0"/>
              </a:spcAft>
              <a:buSzPts val="7000"/>
              <a:buNone/>
              <a:defRPr sz="7000"/>
            </a:lvl6pPr>
            <a:lvl7pPr lvl="6" algn="ctr">
              <a:spcBef>
                <a:spcPts val="0"/>
              </a:spcBef>
              <a:spcAft>
                <a:spcPts val="0"/>
              </a:spcAft>
              <a:buSzPts val="7000"/>
              <a:buNone/>
              <a:defRPr sz="7000"/>
            </a:lvl7pPr>
            <a:lvl8pPr lvl="7" algn="ctr">
              <a:spcBef>
                <a:spcPts val="0"/>
              </a:spcBef>
              <a:spcAft>
                <a:spcPts val="0"/>
              </a:spcAft>
              <a:buSzPts val="7000"/>
              <a:buNone/>
              <a:defRPr sz="7000"/>
            </a:lvl8pPr>
            <a:lvl9pPr lvl="8" algn="ctr">
              <a:spcBef>
                <a:spcPts val="0"/>
              </a:spcBef>
              <a:spcAft>
                <a:spcPts val="0"/>
              </a:spcAft>
              <a:buSzPts val="7000"/>
              <a:buNone/>
              <a:defRPr sz="7000"/>
            </a:lvl9pPr>
          </a:lstStyle>
          <a:p/>
        </p:txBody>
      </p:sp>
      <p:sp>
        <p:nvSpPr>
          <p:cNvPr id="71" name="Google Shape;71;h2970144f53c11804_0_321"/>
          <p:cNvSpPr txBox="1"/>
          <p:nvPr>
            <p:ph idx="1" type="subTitle"/>
          </p:nvPr>
        </p:nvSpPr>
        <p:spPr>
          <a:xfrm>
            <a:off x="332480" y="5374341"/>
            <a:ext cx="9088500" cy="1503000"/>
          </a:xfrm>
          <a:prstGeom prst="rect">
            <a:avLst/>
          </a:prstGeom>
        </p:spPr>
        <p:txBody>
          <a:bodyPr anchorCtr="0" anchor="t" bIns="122800" lIns="122800" spcFirstLastPara="1" rIns="122800" wrap="square" tIns="12280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72" name="Google Shape;72;h2970144f53c11804_0_321"/>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h2970144f53c11804_0_325"/>
          <p:cNvSpPr txBox="1"/>
          <p:nvPr>
            <p:ph type="title"/>
          </p:nvPr>
        </p:nvSpPr>
        <p:spPr>
          <a:xfrm>
            <a:off x="332480" y="4078649"/>
            <a:ext cx="9088500" cy="1596300"/>
          </a:xfrm>
          <a:prstGeom prst="rect">
            <a:avLst/>
          </a:prstGeom>
        </p:spPr>
        <p:txBody>
          <a:bodyPr anchorCtr="0" anchor="ctr" bIns="122800" lIns="122800" spcFirstLastPara="1" rIns="122800" wrap="square" tIns="1228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75" name="Google Shape;75;h2970144f53c11804_0_325"/>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sp>
        <p:nvSpPr>
          <p:cNvPr id="77" name="Google Shape;77;h2970144f53c11804_0_328"/>
          <p:cNvSpPr txBox="1"/>
          <p:nvPr>
            <p:ph type="title"/>
          </p:nvPr>
        </p:nvSpPr>
        <p:spPr>
          <a:xfrm>
            <a:off x="332480" y="843899"/>
            <a:ext cx="9088500" cy="1086000"/>
          </a:xfrm>
          <a:prstGeom prst="rect">
            <a:avLst/>
          </a:prstGeom>
        </p:spPr>
        <p:txBody>
          <a:bodyPr anchorCtr="0" anchor="t" bIns="122800" lIns="122800" spcFirstLastPara="1" rIns="122800" wrap="square" tIns="1228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8" name="Google Shape;78;h2970144f53c11804_0_328"/>
          <p:cNvSpPr txBox="1"/>
          <p:nvPr>
            <p:ph idx="1" type="body"/>
          </p:nvPr>
        </p:nvSpPr>
        <p:spPr>
          <a:xfrm>
            <a:off x="332480" y="2185434"/>
            <a:ext cx="9088500" cy="6478500"/>
          </a:xfrm>
          <a:prstGeom prst="rect">
            <a:avLst/>
          </a:prstGeom>
        </p:spPr>
        <p:txBody>
          <a:bodyPr anchorCtr="0" anchor="t" bIns="122800" lIns="122800" spcFirstLastPara="1" rIns="122800" wrap="square" tIns="1228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79" name="Google Shape;79;h2970144f53c11804_0_328"/>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0" name="Shape 80"/>
        <p:cNvGrpSpPr/>
        <p:nvPr/>
      </p:nvGrpSpPr>
      <p:grpSpPr>
        <a:xfrm>
          <a:off x="0" y="0"/>
          <a:ext cx="0" cy="0"/>
          <a:chOff x="0" y="0"/>
          <a:chExt cx="0" cy="0"/>
        </a:xfrm>
      </p:grpSpPr>
      <p:sp>
        <p:nvSpPr>
          <p:cNvPr id="81" name="Google Shape;81;h2970144f53c11804_0_332"/>
          <p:cNvSpPr txBox="1"/>
          <p:nvPr>
            <p:ph type="title"/>
          </p:nvPr>
        </p:nvSpPr>
        <p:spPr>
          <a:xfrm>
            <a:off x="332480" y="843899"/>
            <a:ext cx="9088500" cy="1086000"/>
          </a:xfrm>
          <a:prstGeom prst="rect">
            <a:avLst/>
          </a:prstGeom>
        </p:spPr>
        <p:txBody>
          <a:bodyPr anchorCtr="0" anchor="t" bIns="122800" lIns="122800" spcFirstLastPara="1" rIns="122800" wrap="square" tIns="1228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82" name="Google Shape;82;h2970144f53c11804_0_332"/>
          <p:cNvSpPr txBox="1"/>
          <p:nvPr>
            <p:ph idx="1" type="body"/>
          </p:nvPr>
        </p:nvSpPr>
        <p:spPr>
          <a:xfrm>
            <a:off x="332480" y="2185434"/>
            <a:ext cx="4266600" cy="6478500"/>
          </a:xfrm>
          <a:prstGeom prst="rect">
            <a:avLst/>
          </a:prstGeom>
        </p:spPr>
        <p:txBody>
          <a:bodyPr anchorCtr="0" anchor="t" bIns="122800" lIns="122800" spcFirstLastPara="1" rIns="122800" wrap="square" tIns="1228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83" name="Google Shape;83;h2970144f53c11804_0_332"/>
          <p:cNvSpPr txBox="1"/>
          <p:nvPr>
            <p:ph idx="2" type="body"/>
          </p:nvPr>
        </p:nvSpPr>
        <p:spPr>
          <a:xfrm>
            <a:off x="5154560" y="2185434"/>
            <a:ext cx="4266600" cy="6478500"/>
          </a:xfrm>
          <a:prstGeom prst="rect">
            <a:avLst/>
          </a:prstGeom>
        </p:spPr>
        <p:txBody>
          <a:bodyPr anchorCtr="0" anchor="t" bIns="122800" lIns="122800" spcFirstLastPara="1" rIns="122800" wrap="square" tIns="1228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84" name="Google Shape;84;h2970144f53c11804_0_332"/>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h2970144f53c11804_0_337"/>
          <p:cNvSpPr txBox="1"/>
          <p:nvPr>
            <p:ph type="title"/>
          </p:nvPr>
        </p:nvSpPr>
        <p:spPr>
          <a:xfrm>
            <a:off x="332480" y="843899"/>
            <a:ext cx="9088500" cy="1086000"/>
          </a:xfrm>
          <a:prstGeom prst="rect">
            <a:avLst/>
          </a:prstGeom>
        </p:spPr>
        <p:txBody>
          <a:bodyPr anchorCtr="0" anchor="t" bIns="122800" lIns="122800" spcFirstLastPara="1" rIns="122800" wrap="square" tIns="12280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87" name="Google Shape;87;h2970144f53c11804_0_337"/>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8" name="Shape 88"/>
        <p:cNvGrpSpPr/>
        <p:nvPr/>
      </p:nvGrpSpPr>
      <p:grpSpPr>
        <a:xfrm>
          <a:off x="0" y="0"/>
          <a:ext cx="0" cy="0"/>
          <a:chOff x="0" y="0"/>
          <a:chExt cx="0" cy="0"/>
        </a:xfrm>
      </p:grpSpPr>
      <p:sp>
        <p:nvSpPr>
          <p:cNvPr id="89" name="Google Shape;89;h2970144f53c11804_0_340"/>
          <p:cNvSpPr txBox="1"/>
          <p:nvPr>
            <p:ph type="title"/>
          </p:nvPr>
        </p:nvSpPr>
        <p:spPr>
          <a:xfrm>
            <a:off x="332480" y="1053582"/>
            <a:ext cx="2995200" cy="1433100"/>
          </a:xfrm>
          <a:prstGeom prst="rect">
            <a:avLst/>
          </a:prstGeom>
        </p:spPr>
        <p:txBody>
          <a:bodyPr anchorCtr="0" anchor="b" bIns="122800" lIns="122800" spcFirstLastPara="1" rIns="122800" wrap="square" tIns="1228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90" name="Google Shape;90;h2970144f53c11804_0_340"/>
          <p:cNvSpPr txBox="1"/>
          <p:nvPr>
            <p:ph idx="1" type="body"/>
          </p:nvPr>
        </p:nvSpPr>
        <p:spPr>
          <a:xfrm>
            <a:off x="332480" y="2635093"/>
            <a:ext cx="2995200" cy="6029100"/>
          </a:xfrm>
          <a:prstGeom prst="rect">
            <a:avLst/>
          </a:prstGeom>
        </p:spPr>
        <p:txBody>
          <a:bodyPr anchorCtr="0" anchor="t" bIns="122800" lIns="122800" spcFirstLastPara="1" rIns="122800" wrap="square" tIns="1228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91" name="Google Shape;91;h2970144f53c11804_0_340"/>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2" name="Shape 92"/>
        <p:cNvGrpSpPr/>
        <p:nvPr/>
      </p:nvGrpSpPr>
      <p:grpSpPr>
        <a:xfrm>
          <a:off x="0" y="0"/>
          <a:ext cx="0" cy="0"/>
          <a:chOff x="0" y="0"/>
          <a:chExt cx="0" cy="0"/>
        </a:xfrm>
      </p:grpSpPr>
      <p:sp>
        <p:nvSpPr>
          <p:cNvPr id="93" name="Google Shape;93;h2970144f53c11804_0_344"/>
          <p:cNvSpPr txBox="1"/>
          <p:nvPr>
            <p:ph type="title"/>
          </p:nvPr>
        </p:nvSpPr>
        <p:spPr>
          <a:xfrm>
            <a:off x="522933" y="853618"/>
            <a:ext cx="6792300" cy="7757400"/>
          </a:xfrm>
          <a:prstGeom prst="rect">
            <a:avLst/>
          </a:prstGeom>
        </p:spPr>
        <p:txBody>
          <a:bodyPr anchorCtr="0" anchor="ctr" bIns="122800" lIns="122800" spcFirstLastPara="1" rIns="122800" wrap="square" tIns="1228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94" name="Google Shape;94;h2970144f53c11804_0_344"/>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h2970144f53c11804_0_347"/>
          <p:cNvSpPr/>
          <p:nvPr/>
        </p:nvSpPr>
        <p:spPr>
          <a:xfrm>
            <a:off x="4876800" y="-237"/>
            <a:ext cx="4876800" cy="9753600"/>
          </a:xfrm>
          <a:prstGeom prst="rect">
            <a:avLst/>
          </a:prstGeom>
          <a:solidFill>
            <a:schemeClr val="lt2"/>
          </a:solidFill>
          <a:ln>
            <a:noFill/>
          </a:ln>
        </p:spPr>
        <p:txBody>
          <a:bodyPr anchorCtr="0" anchor="ctr" bIns="122800" lIns="122800" spcFirstLastPara="1" rIns="122800" wrap="square" tIns="122800">
            <a:noAutofit/>
          </a:bodyPr>
          <a:lstStyle/>
          <a:p>
            <a:pPr indent="0" lvl="0" marL="0" rtl="0" algn="l">
              <a:spcBef>
                <a:spcPts val="0"/>
              </a:spcBef>
              <a:spcAft>
                <a:spcPts val="0"/>
              </a:spcAft>
              <a:buNone/>
            </a:pPr>
            <a:r>
              <a:t/>
            </a:r>
            <a:endParaRPr/>
          </a:p>
        </p:txBody>
      </p:sp>
      <p:sp>
        <p:nvSpPr>
          <p:cNvPr id="97" name="Google Shape;97;h2970144f53c11804_0_347"/>
          <p:cNvSpPr txBox="1"/>
          <p:nvPr>
            <p:ph type="title"/>
          </p:nvPr>
        </p:nvSpPr>
        <p:spPr>
          <a:xfrm>
            <a:off x="283200" y="2338465"/>
            <a:ext cx="4314900" cy="2811000"/>
          </a:xfrm>
          <a:prstGeom prst="rect">
            <a:avLst/>
          </a:prstGeom>
        </p:spPr>
        <p:txBody>
          <a:bodyPr anchorCtr="0" anchor="b" bIns="122800" lIns="122800" spcFirstLastPara="1" rIns="122800" wrap="square" tIns="1228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98" name="Google Shape;98;h2970144f53c11804_0_347"/>
          <p:cNvSpPr txBox="1"/>
          <p:nvPr>
            <p:ph idx="1" type="subTitle"/>
          </p:nvPr>
        </p:nvSpPr>
        <p:spPr>
          <a:xfrm>
            <a:off x="283200" y="5315461"/>
            <a:ext cx="4314900" cy="2342100"/>
          </a:xfrm>
          <a:prstGeom prst="rect">
            <a:avLst/>
          </a:prstGeom>
        </p:spPr>
        <p:txBody>
          <a:bodyPr anchorCtr="0" anchor="t" bIns="122800" lIns="122800" spcFirstLastPara="1" rIns="122800" wrap="square" tIns="1228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h2970144f53c11804_0_347"/>
          <p:cNvSpPr txBox="1"/>
          <p:nvPr>
            <p:ph idx="2" type="body"/>
          </p:nvPr>
        </p:nvSpPr>
        <p:spPr>
          <a:xfrm>
            <a:off x="5268800" y="1373061"/>
            <a:ext cx="4092900" cy="7007100"/>
          </a:xfrm>
          <a:prstGeom prst="rect">
            <a:avLst/>
          </a:prstGeom>
        </p:spPr>
        <p:txBody>
          <a:bodyPr anchorCtr="0" anchor="ctr" bIns="122800" lIns="122800" spcFirstLastPara="1" rIns="122800" wrap="square" tIns="1228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00" name="Google Shape;100;h2970144f53c11804_0_347"/>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sp>
        <p:nvSpPr>
          <p:cNvPr id="102" name="Google Shape;102;h2970144f53c11804_0_353"/>
          <p:cNvSpPr txBox="1"/>
          <p:nvPr>
            <p:ph idx="1" type="body"/>
          </p:nvPr>
        </p:nvSpPr>
        <p:spPr>
          <a:xfrm>
            <a:off x="332480" y="8022424"/>
            <a:ext cx="6398700" cy="1147500"/>
          </a:xfrm>
          <a:prstGeom prst="rect">
            <a:avLst/>
          </a:prstGeom>
        </p:spPr>
        <p:txBody>
          <a:bodyPr anchorCtr="0" anchor="ctr" bIns="122800" lIns="122800" spcFirstLastPara="1" rIns="122800" wrap="square" tIns="122800">
            <a:normAutofit/>
          </a:bodyPr>
          <a:lstStyle>
            <a:lvl1pPr indent="-228600" lvl="0" marL="457200">
              <a:lnSpc>
                <a:spcPct val="100000"/>
              </a:lnSpc>
              <a:spcBef>
                <a:spcPts val="0"/>
              </a:spcBef>
              <a:spcAft>
                <a:spcPts val="0"/>
              </a:spcAft>
              <a:buSzPts val="2400"/>
              <a:buNone/>
              <a:defRPr/>
            </a:lvl1pPr>
          </a:lstStyle>
          <a:p/>
        </p:txBody>
      </p:sp>
      <p:sp>
        <p:nvSpPr>
          <p:cNvPr id="103" name="Google Shape;103;h2970144f53c11804_0_353"/>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4" name="Shape 104"/>
        <p:cNvGrpSpPr/>
        <p:nvPr/>
      </p:nvGrpSpPr>
      <p:grpSpPr>
        <a:xfrm>
          <a:off x="0" y="0"/>
          <a:ext cx="0" cy="0"/>
          <a:chOff x="0" y="0"/>
          <a:chExt cx="0" cy="0"/>
        </a:xfrm>
      </p:grpSpPr>
      <p:sp>
        <p:nvSpPr>
          <p:cNvPr id="105" name="Google Shape;105;h2970144f53c11804_0_356"/>
          <p:cNvSpPr txBox="1"/>
          <p:nvPr>
            <p:ph hasCustomPrompt="1" type="title"/>
          </p:nvPr>
        </p:nvSpPr>
        <p:spPr>
          <a:xfrm>
            <a:off x="332480" y="2097541"/>
            <a:ext cx="9088500" cy="3723300"/>
          </a:xfrm>
          <a:prstGeom prst="rect">
            <a:avLst/>
          </a:prstGeom>
        </p:spPr>
        <p:txBody>
          <a:bodyPr anchorCtr="0" anchor="b" bIns="122800" lIns="122800" spcFirstLastPara="1" rIns="122800" wrap="square" tIns="12280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a:r>
              <a:t>xx%</a:t>
            </a:r>
          </a:p>
        </p:txBody>
      </p:sp>
      <p:sp>
        <p:nvSpPr>
          <p:cNvPr id="106" name="Google Shape;106;h2970144f53c11804_0_356"/>
          <p:cNvSpPr txBox="1"/>
          <p:nvPr>
            <p:ph idx="1" type="body"/>
          </p:nvPr>
        </p:nvSpPr>
        <p:spPr>
          <a:xfrm>
            <a:off x="332480" y="5977553"/>
            <a:ext cx="9088500" cy="2466600"/>
          </a:xfrm>
          <a:prstGeom prst="rect">
            <a:avLst/>
          </a:prstGeom>
        </p:spPr>
        <p:txBody>
          <a:bodyPr anchorCtr="0" anchor="t" bIns="122800" lIns="122800" spcFirstLastPara="1" rIns="122800" wrap="square" tIns="1228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107" name="Google Shape;107;h2970144f53c11804_0_356"/>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h2970144f53c11804_0_360"/>
          <p:cNvSpPr txBox="1"/>
          <p:nvPr>
            <p:ph idx="12" type="sldNum"/>
          </p:nvPr>
        </p:nvSpPr>
        <p:spPr>
          <a:xfrm>
            <a:off x="9037288" y="8842841"/>
            <a:ext cx="585300" cy="746400"/>
          </a:xfrm>
          <a:prstGeom prst="rect">
            <a:avLst/>
          </a:prstGeom>
        </p:spPr>
        <p:txBody>
          <a:bodyPr anchorCtr="0" anchor="ctr" bIns="122800" lIns="122800" spcFirstLastPara="1" rIns="122800" wrap="square" tIns="122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32480" y="843899"/>
            <a:ext cx="9088500" cy="1086000"/>
          </a:xfrm>
          <a:prstGeom prst="rect">
            <a:avLst/>
          </a:prstGeom>
          <a:noFill/>
          <a:ln>
            <a:noFill/>
          </a:ln>
        </p:spPr>
        <p:txBody>
          <a:bodyPr anchorCtr="0" anchor="t" bIns="122800" lIns="122800" spcFirstLastPara="1" rIns="122800" wrap="square" tIns="122800">
            <a:normAutofit/>
          </a:bodyPr>
          <a:lstStyle>
            <a:lvl1pPr lvl="0"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61"/>
              <a:buFont typeface="Arial"/>
              <a:buNone/>
              <a:defRPr b="0" i="0" spc="0" sz="3761" u="none" cap="none" strike="noStrike">
                <a:solidFill>
                  <a:schemeClr val="dk1"/>
                </a:solidFill>
                <a:latin typeface="Arial"/>
                <a:ea typeface="Arial"/>
                <a:cs typeface="Arial"/>
                <a:sym typeface="Arial"/>
              </a:defRPr>
            </a:lvl9pPr>
          </a:lstStyle>
          <a:p/>
        </p:txBody>
      </p:sp>
      <p:sp>
        <p:nvSpPr>
          <p:cNvPr id="7" name="Google Shape;7;p6"/>
          <p:cNvSpPr txBox="1"/>
          <p:nvPr>
            <p:ph idx="1" type="body"/>
          </p:nvPr>
        </p:nvSpPr>
        <p:spPr>
          <a:xfrm>
            <a:off x="332480" y="2185434"/>
            <a:ext cx="9088500" cy="6478500"/>
          </a:xfrm>
          <a:prstGeom prst="rect">
            <a:avLst/>
          </a:prstGeom>
          <a:noFill/>
          <a:ln>
            <a:noFill/>
          </a:ln>
        </p:spPr>
        <p:txBody>
          <a:bodyPr anchorCtr="0" anchor="t" bIns="122800" lIns="122800" spcFirstLastPara="1" rIns="122800" wrap="square" tIns="122800">
            <a:normAutofit/>
          </a:bodyPr>
          <a:lstStyle>
            <a:lvl1pPr indent="-382143" lvl="0" marL="457200" marR="0" algn="l">
              <a:lnSpc>
                <a:spcPct val="115000"/>
              </a:lnSpc>
              <a:spcBef>
                <a:spcPts val="0"/>
              </a:spcBef>
              <a:spcAft>
                <a:spcPts val="0"/>
              </a:spcAft>
              <a:buClr>
                <a:schemeClr val="dk2"/>
              </a:buClr>
              <a:buSzPts val="2418"/>
              <a:buFont typeface="Arial"/>
              <a:buChar char="●"/>
              <a:defRPr b="0" i="0" spc="0" sz="2418" u="none" cap="none" strike="noStrike">
                <a:solidFill>
                  <a:schemeClr val="dk2"/>
                </a:solidFill>
                <a:latin typeface="Arial"/>
                <a:ea typeface="Arial"/>
                <a:cs typeface="Arial"/>
                <a:sym typeface="Arial"/>
              </a:defRPr>
            </a:lvl1pPr>
            <a:lvl2pPr indent="-347980" lvl="1" marL="9144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2pPr>
            <a:lvl3pPr indent="-347980" lvl="2" marL="13716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3pPr>
            <a:lvl4pPr indent="-347980" lvl="3" marL="18288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4pPr>
            <a:lvl5pPr indent="-347980" lvl="4" marL="22860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5pPr>
            <a:lvl6pPr indent="-347980" lvl="5" marL="27432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6pPr>
            <a:lvl7pPr indent="-347980" lvl="6" marL="32004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7pPr>
            <a:lvl8pPr indent="-347980" lvl="7" marL="36576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8pPr>
            <a:lvl9pPr indent="-347980" lvl="8" marL="4114800" marR="0" algn="l">
              <a:lnSpc>
                <a:spcPct val="115000"/>
              </a:lnSpc>
              <a:spcBef>
                <a:spcPts val="0"/>
              </a:spcBef>
              <a:spcAft>
                <a:spcPts val="0"/>
              </a:spcAft>
              <a:buClr>
                <a:schemeClr val="dk2"/>
              </a:buClr>
              <a:buSzPts val="1880"/>
              <a:buFont typeface="Arial"/>
              <a:buChar char="■"/>
              <a:defRPr b="0" i="0" spc="0" sz="1880" u="none" cap="none" strike="noStrike">
                <a:solidFill>
                  <a:schemeClr val="dk2"/>
                </a:solidFill>
                <a:latin typeface="Arial"/>
                <a:ea typeface="Arial"/>
                <a:cs typeface="Arial"/>
                <a:sym typeface="Arial"/>
              </a:defRPr>
            </a:lvl9pPr>
          </a:lstStyle>
          <a:p/>
        </p:txBody>
      </p:sp>
      <p:sp>
        <p:nvSpPr>
          <p:cNvPr id="8" name="Google Shape;8;p6"/>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indent="0" lvl="0"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43"/>
              <a:buFont typeface="Arial"/>
              <a:buNone/>
              <a:defRPr b="0" i="0" spc="0" sz="134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nl-B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75">
          <p15:clr>
            <a:srgbClr val="E46962"/>
          </p15:clr>
        </p15:guide>
        <p15:guide id="2" orient="horz" pos="630">
          <p15:clr>
            <a:srgbClr val="E46962"/>
          </p15:clr>
        </p15:guide>
        <p15:guide id="3" pos="5989">
          <p15:clr>
            <a:srgbClr val="E46962"/>
          </p15:clr>
        </p15:guide>
        <p15:guide id="4" pos="5790">
          <p15:clr>
            <a:srgbClr val="E46962"/>
          </p15:clr>
        </p15:guide>
        <p15:guide id="5" orient="horz" pos="5514">
          <p15:clr>
            <a:srgbClr val="E46962"/>
          </p15:clr>
        </p15:guide>
        <p15:guide id="6" orient="horz" pos="5869">
          <p15:clr>
            <a:srgbClr val="E46962"/>
          </p15:clr>
        </p15:guide>
        <p15:guide id="7" pos="155">
          <p15:clr>
            <a:srgbClr val="E46962"/>
          </p15:clr>
        </p15:guide>
        <p15:guide id="8" pos="354">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4" name="Shape 64"/>
        <p:cNvGrpSpPr/>
        <p:nvPr/>
      </p:nvGrpSpPr>
      <p:grpSpPr>
        <a:xfrm>
          <a:off x="0" y="0"/>
          <a:ext cx="0" cy="0"/>
          <a:chOff x="0" y="0"/>
          <a:chExt cx="0" cy="0"/>
        </a:xfrm>
      </p:grpSpPr>
      <p:sp>
        <p:nvSpPr>
          <p:cNvPr id="65" name="Google Shape;65;h2970144f53c11804_0_316"/>
          <p:cNvSpPr txBox="1"/>
          <p:nvPr>
            <p:ph type="title"/>
          </p:nvPr>
        </p:nvSpPr>
        <p:spPr>
          <a:xfrm>
            <a:off x="332480" y="843899"/>
            <a:ext cx="9088500" cy="1086000"/>
          </a:xfrm>
          <a:prstGeom prst="rect">
            <a:avLst/>
          </a:prstGeom>
          <a:noFill/>
          <a:ln>
            <a:noFill/>
          </a:ln>
        </p:spPr>
        <p:txBody>
          <a:bodyPr anchorCtr="0" anchor="t" bIns="122800" lIns="122800" spcFirstLastPara="1" rIns="122800" wrap="square" tIns="122800">
            <a:normAutofit/>
          </a:bodyPr>
          <a:lstStyle>
            <a:lvl1pPr lvl="0">
              <a:spcBef>
                <a:spcPts val="0"/>
              </a:spcBef>
              <a:spcAft>
                <a:spcPts val="0"/>
              </a:spcAft>
              <a:buClr>
                <a:schemeClr val="dk1"/>
              </a:buClr>
              <a:buSzPts val="3800"/>
              <a:buNone/>
              <a:defRPr sz="3800">
                <a:solidFill>
                  <a:schemeClr val="dk1"/>
                </a:solidFill>
              </a:defRPr>
            </a:lvl1pPr>
            <a:lvl2pPr lvl="1">
              <a:spcBef>
                <a:spcPts val="0"/>
              </a:spcBef>
              <a:spcAft>
                <a:spcPts val="0"/>
              </a:spcAft>
              <a:buClr>
                <a:schemeClr val="dk1"/>
              </a:buClr>
              <a:buSzPts val="3800"/>
              <a:buNone/>
              <a:defRPr sz="3800">
                <a:solidFill>
                  <a:schemeClr val="dk1"/>
                </a:solidFill>
              </a:defRPr>
            </a:lvl2pPr>
            <a:lvl3pPr lvl="2">
              <a:spcBef>
                <a:spcPts val="0"/>
              </a:spcBef>
              <a:spcAft>
                <a:spcPts val="0"/>
              </a:spcAft>
              <a:buClr>
                <a:schemeClr val="dk1"/>
              </a:buClr>
              <a:buSzPts val="3800"/>
              <a:buNone/>
              <a:defRPr sz="3800">
                <a:solidFill>
                  <a:schemeClr val="dk1"/>
                </a:solidFill>
              </a:defRPr>
            </a:lvl3pPr>
            <a:lvl4pPr lvl="3">
              <a:spcBef>
                <a:spcPts val="0"/>
              </a:spcBef>
              <a:spcAft>
                <a:spcPts val="0"/>
              </a:spcAft>
              <a:buClr>
                <a:schemeClr val="dk1"/>
              </a:buClr>
              <a:buSzPts val="3800"/>
              <a:buNone/>
              <a:defRPr sz="3800">
                <a:solidFill>
                  <a:schemeClr val="dk1"/>
                </a:solidFill>
              </a:defRPr>
            </a:lvl4pPr>
            <a:lvl5pPr lvl="4">
              <a:spcBef>
                <a:spcPts val="0"/>
              </a:spcBef>
              <a:spcAft>
                <a:spcPts val="0"/>
              </a:spcAft>
              <a:buClr>
                <a:schemeClr val="dk1"/>
              </a:buClr>
              <a:buSzPts val="3800"/>
              <a:buNone/>
              <a:defRPr sz="3800">
                <a:solidFill>
                  <a:schemeClr val="dk1"/>
                </a:solidFill>
              </a:defRPr>
            </a:lvl5pPr>
            <a:lvl6pPr lvl="5">
              <a:spcBef>
                <a:spcPts val="0"/>
              </a:spcBef>
              <a:spcAft>
                <a:spcPts val="0"/>
              </a:spcAft>
              <a:buClr>
                <a:schemeClr val="dk1"/>
              </a:buClr>
              <a:buSzPts val="3800"/>
              <a:buNone/>
              <a:defRPr sz="3800">
                <a:solidFill>
                  <a:schemeClr val="dk1"/>
                </a:solidFill>
              </a:defRPr>
            </a:lvl6pPr>
            <a:lvl7pPr lvl="6">
              <a:spcBef>
                <a:spcPts val="0"/>
              </a:spcBef>
              <a:spcAft>
                <a:spcPts val="0"/>
              </a:spcAft>
              <a:buClr>
                <a:schemeClr val="dk1"/>
              </a:buClr>
              <a:buSzPts val="3800"/>
              <a:buNone/>
              <a:defRPr sz="3800">
                <a:solidFill>
                  <a:schemeClr val="dk1"/>
                </a:solidFill>
              </a:defRPr>
            </a:lvl7pPr>
            <a:lvl8pPr lvl="7">
              <a:spcBef>
                <a:spcPts val="0"/>
              </a:spcBef>
              <a:spcAft>
                <a:spcPts val="0"/>
              </a:spcAft>
              <a:buClr>
                <a:schemeClr val="dk1"/>
              </a:buClr>
              <a:buSzPts val="3800"/>
              <a:buNone/>
              <a:defRPr sz="3800">
                <a:solidFill>
                  <a:schemeClr val="dk1"/>
                </a:solidFill>
              </a:defRPr>
            </a:lvl8pPr>
            <a:lvl9pPr lvl="8">
              <a:spcBef>
                <a:spcPts val="0"/>
              </a:spcBef>
              <a:spcAft>
                <a:spcPts val="0"/>
              </a:spcAft>
              <a:buClr>
                <a:schemeClr val="dk1"/>
              </a:buClr>
              <a:buSzPts val="3800"/>
              <a:buNone/>
              <a:defRPr sz="3800">
                <a:solidFill>
                  <a:schemeClr val="dk1"/>
                </a:solidFill>
              </a:defRPr>
            </a:lvl9pPr>
          </a:lstStyle>
          <a:p/>
        </p:txBody>
      </p:sp>
      <p:sp>
        <p:nvSpPr>
          <p:cNvPr id="66" name="Google Shape;66;h2970144f53c11804_0_316"/>
          <p:cNvSpPr txBox="1"/>
          <p:nvPr>
            <p:ph idx="1" type="body"/>
          </p:nvPr>
        </p:nvSpPr>
        <p:spPr>
          <a:xfrm>
            <a:off x="332480" y="2185434"/>
            <a:ext cx="9088500" cy="6478500"/>
          </a:xfrm>
          <a:prstGeom prst="rect">
            <a:avLst/>
          </a:prstGeom>
          <a:noFill/>
          <a:ln>
            <a:noFill/>
          </a:ln>
        </p:spPr>
        <p:txBody>
          <a:bodyPr anchorCtr="0" anchor="t" bIns="122800" lIns="122800" spcFirstLastPara="1" rIns="122800" wrap="square" tIns="1228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67" name="Google Shape;67;h2970144f53c11804_0_316"/>
          <p:cNvSpPr txBox="1"/>
          <p:nvPr>
            <p:ph idx="12" type="sldNum"/>
          </p:nvPr>
        </p:nvSpPr>
        <p:spPr>
          <a:xfrm>
            <a:off x="9037288" y="8842841"/>
            <a:ext cx="585300" cy="746400"/>
          </a:xfrm>
          <a:prstGeom prst="rect">
            <a:avLst/>
          </a:prstGeom>
          <a:noFill/>
          <a:ln>
            <a:noFill/>
          </a:ln>
        </p:spPr>
        <p:txBody>
          <a:bodyPr anchorCtr="0" anchor="ctr" bIns="122800" lIns="122800" spcFirstLastPara="1" rIns="122800" wrap="square" tIns="1228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nl-BE"/>
              <a:t>‹#›</a:t>
            </a:fld>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3.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 title="Background.png"/>
          <p:cNvPicPr preferRelativeResize="0"/>
          <p:nvPr/>
        </p:nvPicPr>
        <p:blipFill rotWithShape="1">
          <a:blip r:embed="rId3">
            <a:alphaModFix/>
          </a:blip>
          <a:srcRect b="2890" l="0" r="0" t="-2890"/>
          <a:stretch/>
        </p:blipFill>
        <p:spPr>
          <a:xfrm>
            <a:off x="-4190537" y="1917564"/>
            <a:ext cx="13993248" cy="7871226"/>
          </a:xfrm>
          <a:prstGeom prst="rect">
            <a:avLst/>
          </a:prstGeom>
          <a:noFill/>
          <a:ln>
            <a:noFill/>
          </a:ln>
        </p:spPr>
      </p:pic>
      <p:sp>
        <p:nvSpPr>
          <p:cNvPr id="115" name="Google Shape;115;p1"/>
          <p:cNvSpPr txBox="1"/>
          <p:nvPr/>
        </p:nvSpPr>
        <p:spPr>
          <a:xfrm>
            <a:off x="5112244" y="338050"/>
            <a:ext cx="4079100" cy="348900"/>
          </a:xfrm>
          <a:prstGeom prst="rect">
            <a:avLst/>
          </a:prstGeom>
          <a:noFill/>
          <a:ln>
            <a:noFill/>
          </a:ln>
        </p:spPr>
        <p:txBody>
          <a:bodyPr anchorCtr="0" anchor="t" bIns="86375" lIns="86375" spcFirstLastPara="1" rIns="86375" wrap="square" tIns="86375">
            <a:spAutoFit/>
          </a:bodyPr>
          <a:lstStyle/>
          <a:p>
            <a:pPr indent="0" lvl="0" marL="0" marR="0" rtl="0" algn="r">
              <a:lnSpc>
                <a:spcPct val="100000"/>
              </a:lnSpc>
              <a:spcBef>
                <a:spcPts val="0"/>
              </a:spcBef>
              <a:spcAft>
                <a:spcPts val="0"/>
              </a:spcAft>
              <a:buClr>
                <a:srgbClr val="000000"/>
              </a:buClr>
              <a:buSzPts val="1134"/>
              <a:buFont typeface="Arial"/>
              <a:buNone/>
            </a:pPr>
            <a:r>
              <a:rPr b="0" i="0" lang="nl-BE" spc="0" sz="1134" u="none" cap="none" strike="noStrike">
                <a:solidFill>
                  <a:srgbClr val="212226"/>
                </a:solidFill>
                <a:latin typeface="Google Sans Flex Medium"/>
                <a:ea typeface="Google Sans Flex Medium"/>
                <a:cs typeface="Google Sans Flex Medium"/>
                <a:sym typeface="Google Sans Flex Medium"/>
              </a:rPr>
              <a:t>Hacking for Good </a:t>
            </a:r>
            <a:r>
              <a:rPr b="0" i="0" lang="nl-BE" spc="0" sz="1134" u="none" cap="none" strike="noStrike">
                <a:solidFill>
                  <a:srgbClr val="000000"/>
                </a:solidFill>
                <a:latin typeface="Google Sans Flex Medium"/>
                <a:ea typeface="Google Sans Flex Medium"/>
                <a:cs typeface="Google Sans Flex Medium"/>
                <a:sym typeface="Google Sans Flex Medium"/>
              </a:rPr>
              <a:t>| </a:t>
            </a:r>
            <a:r>
              <a:rPr b="0" i="0" lang="nl-BE" spc="0" sz="1134" u="none" cap="none" strike="noStrike">
                <a:solidFill>
                  <a:srgbClr val="212226"/>
                </a:solidFill>
                <a:latin typeface="Google Sans Flex Medium"/>
                <a:ea typeface="Google Sans Flex Medium"/>
                <a:cs typeface="Google Sans Flex Medium"/>
                <a:sym typeface="Google Sans Flex Medium"/>
              </a:rPr>
              <a:t>Solve with Google 2026</a:t>
            </a:r>
            <a:endParaRPr b="0" i="0" spc="0" sz="1134" u="none" cap="none" strike="noStrike">
              <a:solidFill>
                <a:srgbClr val="212226"/>
              </a:solidFill>
              <a:latin typeface="Google Sans Flex Medium"/>
              <a:ea typeface="Google Sans Flex Medium"/>
              <a:cs typeface="Google Sans Flex Medium"/>
              <a:sym typeface="Google Sans Flex Medium"/>
            </a:endParaRPr>
          </a:p>
        </p:txBody>
      </p:sp>
      <p:pic>
        <p:nvPicPr>
          <p:cNvPr id="116" name="Google Shape;116;p1" title="Google_HackingforGood-Logos_RGB.png"/>
          <p:cNvPicPr preferRelativeResize="0"/>
          <p:nvPr/>
        </p:nvPicPr>
        <p:blipFill rotWithShape="1">
          <a:blip r:embed="rId4">
            <a:alphaModFix/>
          </a:blip>
          <a:srcRect b="-20279" l="-2433" r="-2907" t="0"/>
          <a:stretch/>
        </p:blipFill>
        <p:spPr>
          <a:xfrm>
            <a:off x="367500" y="186175"/>
            <a:ext cx="4877174" cy="652650"/>
          </a:xfrm>
          <a:prstGeom prst="rect">
            <a:avLst/>
          </a:prstGeom>
          <a:noFill/>
          <a:ln>
            <a:noFill/>
          </a:ln>
        </p:spPr>
      </p:pic>
      <p:pic>
        <p:nvPicPr>
          <p:cNvPr descr="Afbeelding met Graphics, clipart, illustratie, ontwerp&#10;&#10;Automatisch gegenereerde beschrijving" id="117" name="Google Shape;117;p1"/>
          <p:cNvPicPr preferRelativeResize="0"/>
          <p:nvPr/>
        </p:nvPicPr>
        <p:blipFill rotWithShape="1">
          <a:blip r:embed="rId5">
            <a:alphaModFix/>
          </a:blip>
          <a:srcRect b="0" l="0" r="0" t="0"/>
          <a:stretch/>
        </p:blipFill>
        <p:spPr>
          <a:xfrm>
            <a:off x="1084412" y="1917564"/>
            <a:ext cx="4683653" cy="1941742"/>
          </a:xfrm>
          <a:prstGeom prst="rect">
            <a:avLst/>
          </a:prstGeom>
          <a:noFill/>
          <a:ln>
            <a:noFill/>
          </a:ln>
        </p:spPr>
      </p:pic>
      <p:sp>
        <p:nvSpPr>
          <p:cNvPr id="118" name="Google Shape;118;p1"/>
          <p:cNvSpPr txBox="1"/>
          <p:nvPr/>
        </p:nvSpPr>
        <p:spPr>
          <a:xfrm>
            <a:off x="367500" y="7503460"/>
            <a:ext cx="4509300" cy="8905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nl-BE" spc="0" sz="1600" u="none" cap="none" strike="noStrike">
                <a:solidFill>
                  <a:srgbClr val="212226"/>
                </a:solidFill>
                <a:latin typeface="Google Sans Flex Medium"/>
                <a:ea typeface="Google Sans Flex Medium"/>
                <a:cs typeface="Google Sans Flex Medium"/>
                <a:sym typeface="Google Sans Flex Medium"/>
              </a:rPr>
              <a:t>Katleen Balliauw &amp; Anthe De Pauw</a:t>
            </a:r>
            <a:endParaRPr b="0" i="0" spc="0" sz="1600" u="none" cap="none" strike="noStrike">
              <a:solidFill>
                <a:srgbClr val="212226"/>
              </a:solidFill>
              <a:latin typeface="Google Sans Flex Medium"/>
              <a:ea typeface="Google Sans Flex Medium"/>
              <a:cs typeface="Google Sans Flex Medium"/>
              <a:sym typeface="Google Sans Flex Medium"/>
            </a:endParaRPr>
          </a:p>
          <a:p>
            <a:pPr indent="0" lvl="0" marL="0" marR="0" rtl="0" algn="l">
              <a:lnSpc>
                <a:spcPct val="100000"/>
              </a:lnSpc>
              <a:spcBef>
                <a:spcPts val="0"/>
              </a:spcBef>
              <a:spcAft>
                <a:spcPts val="0"/>
              </a:spcAft>
              <a:buClr>
                <a:srgbClr val="000000"/>
              </a:buClr>
              <a:buSzPts val="1300"/>
              <a:buFont typeface="Arial"/>
              <a:buNone/>
            </a:pPr>
            <a:r>
              <a:rPr b="0" i="0" lang="nl-BE" spc="0" sz="1300" u="none" cap="none" strike="noStrike">
                <a:solidFill>
                  <a:srgbClr val="212226"/>
                </a:solidFill>
                <a:latin typeface="Google Sans Flex"/>
                <a:ea typeface="Google Sans Flex"/>
                <a:cs typeface="Google Sans Flex"/>
                <a:sym typeface="Google Sans Flex"/>
              </a:rPr>
              <a:t>Hospital Pharmacists</a:t>
            </a:r>
            <a:endParaRPr b="0" i="0" spc="0" sz="1300" u="none" cap="none" strike="noStrike">
              <a:solidFill>
                <a:srgbClr val="212226"/>
              </a:solidFill>
              <a:latin typeface="Google Sans Flex"/>
              <a:ea typeface="Google Sans Flex"/>
              <a:cs typeface="Google Sans Flex"/>
              <a:sym typeface="Google Sans Flex"/>
            </a:endParaRPr>
          </a:p>
          <a:p>
            <a:pPr indent="0" lvl="0" marL="0" marR="0" rtl="0" algn="l">
              <a:lnSpc>
                <a:spcPct val="100000"/>
              </a:lnSpc>
              <a:spcBef>
                <a:spcPts val="0"/>
              </a:spcBef>
              <a:spcAft>
                <a:spcPts val="0"/>
              </a:spcAft>
              <a:buClr>
                <a:srgbClr val="000000"/>
              </a:buClr>
              <a:buSzPts val="1300"/>
              <a:buFont typeface="Arial"/>
              <a:buNone/>
            </a:pPr>
            <a:r>
              <a:rPr b="0" i="0" lang="nl-BE" spc="0" sz="1300" u="none" cap="none" strike="noStrike">
                <a:solidFill>
                  <a:srgbClr val="212226"/>
                </a:solidFill>
                <a:latin typeface="Google Sans Flex"/>
                <a:ea typeface="Google Sans Flex"/>
                <a:cs typeface="Google Sans Flex"/>
                <a:sym typeface="Google Sans Flex"/>
              </a:rPr>
              <a:t>University Hospital Antwerp</a:t>
            </a:r>
            <a:endParaRPr b="0" i="0" spc="0" sz="1300" u="none" cap="none" strike="noStrike">
              <a:solidFill>
                <a:srgbClr val="212226"/>
              </a:solidFill>
              <a:latin typeface="Google Sans Flex"/>
              <a:ea typeface="Google Sans Flex"/>
              <a:cs typeface="Google Sans Flex"/>
              <a:sym typeface="Google Sans Flex"/>
            </a:endParaRPr>
          </a:p>
        </p:txBody>
      </p:sp>
      <p:pic>
        <p:nvPicPr>
          <p:cNvPr descr="Afbeelding met Lettertype, logo, Graphics, symbool&#10;&#10;Automatisch gegenereerde beschrijving" id="119" name="Google Shape;119;p1"/>
          <p:cNvPicPr preferRelativeResize="0"/>
          <p:nvPr/>
        </p:nvPicPr>
        <p:blipFill rotWithShape="1">
          <a:blip r:embed="rId6">
            <a:alphaModFix/>
          </a:blip>
          <a:srcRect b="0" l="0" r="0" t="0"/>
          <a:stretch/>
        </p:blipFill>
        <p:spPr>
          <a:xfrm>
            <a:off x="470057" y="8443589"/>
            <a:ext cx="1514304" cy="647785"/>
          </a:xfrm>
          <a:prstGeom prst="rect">
            <a:avLst/>
          </a:prstGeom>
          <a:noFill/>
          <a:ln>
            <a:noFill/>
          </a:ln>
        </p:spPr>
      </p:pic>
      <p:sp>
        <p:nvSpPr>
          <p:cNvPr id="120" name="Google Shape;120;p1"/>
          <p:cNvSpPr txBox="1"/>
          <p:nvPr/>
        </p:nvSpPr>
        <p:spPr>
          <a:xfrm>
            <a:off x="1084413" y="3908936"/>
            <a:ext cx="59484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nl-BE" spc="0" sz="2200" u="none" cap="none" strike="noStrike">
                <a:solidFill>
                  <a:srgbClr val="073B8F"/>
                </a:solidFill>
                <a:latin typeface="Google Sans"/>
                <a:ea typeface="Google Sans"/>
                <a:cs typeface="Google Sans"/>
                <a:sym typeface="Google Sans"/>
              </a:rPr>
              <a:t>AI-powered care in pediatric CINV-control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124"/>
        </a:solidFill>
      </p:bgPr>
    </p:bg>
    <p:spTree>
      <p:nvGrpSpPr>
        <p:cNvPr id="124" name="Shape 124"/>
        <p:cNvGrpSpPr/>
        <p:nvPr/>
      </p:nvGrpSpPr>
      <p:grpSpPr>
        <a:xfrm>
          <a:off x="0" y="0"/>
          <a:ext cx="0" cy="0"/>
          <a:chOff x="0" y="0"/>
          <a:chExt cx="0" cy="0"/>
        </a:xfrm>
      </p:grpSpPr>
      <p:sp>
        <p:nvSpPr>
          <p:cNvPr id="125" name="Google Shape;125;p2"/>
          <p:cNvSpPr txBox="1"/>
          <p:nvPr/>
        </p:nvSpPr>
        <p:spPr>
          <a:xfrm>
            <a:off x="5238206" y="3703656"/>
            <a:ext cx="3578680" cy="30469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nl-BE" spc="0" sz="1800" u="none" cap="none" strike="noStrike">
                <a:solidFill>
                  <a:schemeClr val="lt1"/>
                </a:solidFill>
                <a:latin typeface="Google Sans SemiBold"/>
                <a:ea typeface="Google Sans SemiBold"/>
                <a:cs typeface="Google Sans SemiBold"/>
                <a:sym typeface="Google Sans SemiBold"/>
              </a:rPr>
              <a:t>Manual Protocols</a:t>
            </a:r>
            <a:endParaRPr/>
          </a:p>
          <a:p>
            <a:pPr indent="0" lvl="0" marL="0" marR="0" rtl="0" algn="l">
              <a:lnSpc>
                <a:spcPct val="100000"/>
              </a:lnSpc>
              <a:spcBef>
                <a:spcPts val="0"/>
              </a:spcBef>
              <a:spcAft>
                <a:spcPts val="0"/>
              </a:spcAft>
              <a:buClr>
                <a:srgbClr val="000000"/>
              </a:buClr>
              <a:buSzPts val="1800"/>
              <a:buFont typeface="Arial"/>
              <a:buNone/>
            </a:pPr>
            <a:r>
              <a:t/>
            </a:r>
            <a:endParaRPr b="1" i="0" spc="0" sz="1800" u="none" cap="none" strike="noStrike">
              <a:solidFill>
                <a:schemeClr val="lt1"/>
              </a:solidFill>
              <a:latin typeface="Google Sans SemiBold"/>
              <a:ea typeface="Google Sans SemiBold"/>
              <a:cs typeface="Google Sans SemiBold"/>
              <a:sym typeface="Google Sans SemiBold"/>
            </a:endParaRPr>
          </a:p>
          <a:p>
            <a:pPr indent="0" lvl="0" marL="0" marR="0" rtl="0" algn="l">
              <a:lnSpc>
                <a:spcPct val="100000"/>
              </a:lnSpc>
              <a:spcBef>
                <a:spcPts val="0"/>
              </a:spcBef>
              <a:spcAft>
                <a:spcPts val="0"/>
              </a:spcAft>
              <a:buClr>
                <a:srgbClr val="000000"/>
              </a:buClr>
              <a:buSzPts val="1800"/>
              <a:buFont typeface="Arial"/>
              <a:buNone/>
            </a:pPr>
            <a:r>
              <a:t/>
            </a:r>
            <a:endParaRPr b="1" i="0" spc="0" sz="1800" u="none" cap="none" strike="noStrike">
              <a:solidFill>
                <a:schemeClr val="lt1"/>
              </a:solidFill>
              <a:latin typeface="Google Sans SemiBold"/>
              <a:ea typeface="Google Sans SemiBold"/>
              <a:cs typeface="Google Sans SemiBold"/>
              <a:sym typeface="Google Sans SemiBold"/>
            </a:endParaRPr>
          </a:p>
          <a:p>
            <a:pPr indent="0" lvl="0" marL="0" marR="0" rtl="0" algn="l">
              <a:lnSpc>
                <a:spcPct val="100000"/>
              </a:lnSpc>
              <a:spcBef>
                <a:spcPts val="0"/>
              </a:spcBef>
              <a:spcAft>
                <a:spcPts val="0"/>
              </a:spcAft>
              <a:buNone/>
            </a:pPr>
            <a:r>
              <a:rPr b="0" i="0" lang="nl-BE" spc="0" sz="1400" u="none" cap="none" strike="noStrike">
                <a:solidFill>
                  <a:schemeClr val="lt1"/>
                </a:solidFill>
                <a:latin typeface="Google Sans"/>
                <a:ea typeface="Google Sans"/>
                <a:cs typeface="Google Sans"/>
                <a:sym typeface="Google Sans"/>
              </a:rPr>
              <a:t>Selecting the optimal antiemetic strategy is often complex. You have to determine emetogenicity of your chemotherapeutic agents and evaluate multidrug emetic risk. When choosing your antiemetics, you have to cross-reference static PDF hospital guidelines and take into account contra indications, patient-specific factors and potential drug interactions.</a:t>
            </a:r>
            <a:endParaRPr b="0" i="0" spc="0" sz="1400" u="none" cap="none" strike="noStrike">
              <a:solidFill>
                <a:schemeClr val="lt1"/>
              </a:solidFill>
              <a:latin typeface="Google Sans"/>
              <a:ea typeface="Google Sans"/>
              <a:cs typeface="Google Sans"/>
              <a:sym typeface="Google Sans"/>
            </a:endParaRPr>
          </a:p>
          <a:p>
            <a:pPr indent="0" lvl="0" marL="0" marR="0" rtl="0" algn="l">
              <a:lnSpc>
                <a:spcPct val="100000"/>
              </a:lnSpc>
              <a:spcBef>
                <a:spcPts val="0"/>
              </a:spcBef>
              <a:spcAft>
                <a:spcPts val="0"/>
              </a:spcAft>
              <a:buNone/>
            </a:pPr>
            <a:r>
              <a:t/>
            </a:r>
            <a:endParaRPr b="0" i="0" spc="0" sz="1800" u="none" cap="none" strike="noStrike">
              <a:solidFill>
                <a:schemeClr val="lt1"/>
              </a:solidFill>
              <a:latin typeface="Google Sans"/>
              <a:ea typeface="Google Sans"/>
              <a:cs typeface="Google Sans"/>
              <a:sym typeface="Google Sans"/>
            </a:endParaRPr>
          </a:p>
        </p:txBody>
      </p:sp>
      <p:sp>
        <p:nvSpPr>
          <p:cNvPr id="126" name="Google Shape;126;p2"/>
          <p:cNvSpPr txBox="1"/>
          <p:nvPr/>
        </p:nvSpPr>
        <p:spPr>
          <a:xfrm>
            <a:off x="562247" y="3703655"/>
            <a:ext cx="3578679" cy="321273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nl-BE" spc="0" sz="1800" u="none" cap="none" strike="noStrike">
                <a:solidFill>
                  <a:schemeClr val="lt1"/>
                </a:solidFill>
                <a:latin typeface="Google Sans"/>
                <a:ea typeface="Google Sans"/>
                <a:cs typeface="Google Sans"/>
                <a:sym typeface="Google Sans"/>
              </a:rPr>
              <a:t>Clinical burden on children</a:t>
            </a:r>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Google Sans SemiBold"/>
              <a:ea typeface="Google Sans SemiBold"/>
              <a:cs typeface="Google Sans SemiBold"/>
              <a:sym typeface="Google Sans SemiBold"/>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Google Sans SemiBold"/>
              <a:ea typeface="Google Sans SemiBold"/>
              <a:cs typeface="Google Sans SemiBold"/>
              <a:sym typeface="Google Sans SemiBold"/>
            </a:endParaRPr>
          </a:p>
          <a:p>
            <a:pPr indent="0" lvl="0" marL="0" marR="0" rtl="0" algn="l">
              <a:lnSpc>
                <a:spcPct val="100000"/>
              </a:lnSpc>
              <a:spcBef>
                <a:spcPts val="0"/>
              </a:spcBef>
              <a:spcAft>
                <a:spcPts val="0"/>
              </a:spcAft>
              <a:buNone/>
            </a:pPr>
            <a:r>
              <a:rPr b="0" i="0" lang="nl-BE" spc="0" sz="1400" u="none" cap="none" strike="noStrike">
                <a:solidFill>
                  <a:schemeClr val="lt1"/>
                </a:solidFill>
                <a:latin typeface="Google Sans"/>
                <a:ea typeface="Google Sans"/>
                <a:cs typeface="Google Sans"/>
                <a:sym typeface="Google Sans"/>
              </a:rPr>
              <a:t>Chemotherapy-induced nausea and vomiting (CINV) is one of the most distressing side effects of chemotherapy in children with cancer.  So every child that is facing chemotherapy, should have their therapy assessed for emetogenicity. Balancing the choice and use of antiemetics against the chance of chemotherapy causing nausea and vomiting is the key principle</a:t>
            </a:r>
            <a:endParaRPr b="0" i="0" spc="0" sz="1400" u="none" cap="none" strike="noStrike">
              <a:solidFill>
                <a:schemeClr val="lt1"/>
              </a:solidFill>
              <a:latin typeface="Google Sans"/>
              <a:ea typeface="Google Sans"/>
              <a:cs typeface="Google Sans"/>
              <a:sym typeface="Google Sans"/>
            </a:endParaRPr>
          </a:p>
          <a:p>
            <a:pPr indent="0" lvl="0" marL="0" marR="0" rtl="0" algn="l">
              <a:lnSpc>
                <a:spcPct val="110000"/>
              </a:lnSpc>
              <a:spcBef>
                <a:spcPts val="0"/>
              </a:spcBef>
              <a:spcAft>
                <a:spcPts val="0"/>
              </a:spcAft>
              <a:buClr>
                <a:srgbClr val="000000"/>
              </a:buClr>
              <a:buSzPts val="1343"/>
              <a:buFont typeface="Arial"/>
              <a:buNone/>
            </a:pPr>
            <a:r>
              <a:t/>
            </a:r>
            <a:endParaRPr b="0" i="0" spc="0" sz="1343" u="none" cap="none" strike="noStrike">
              <a:solidFill>
                <a:schemeClr val="lt1"/>
              </a:solidFill>
              <a:latin typeface="Google Sans"/>
              <a:ea typeface="Google Sans"/>
              <a:cs typeface="Google Sans"/>
              <a:sym typeface="Google Sans"/>
            </a:endParaRPr>
          </a:p>
        </p:txBody>
      </p:sp>
      <p:sp>
        <p:nvSpPr>
          <p:cNvPr id="127" name="Google Shape;127;p2"/>
          <p:cNvSpPr/>
          <p:nvPr/>
        </p:nvSpPr>
        <p:spPr>
          <a:xfrm>
            <a:off x="1320601" y="8573532"/>
            <a:ext cx="8510604" cy="1234369"/>
          </a:xfrm>
          <a:custGeom>
            <a:rect b="b" l="l" r="r" t="t"/>
            <a:pathLst>
              <a:path extrusionOk="0" h="951344" w="6559232">
                <a:moveTo>
                  <a:pt x="6559220" y="951344"/>
                </a:moveTo>
                <a:lnTo>
                  <a:pt x="6559233" y="26"/>
                </a:lnTo>
                <a:cubicBezTo>
                  <a:pt x="6559233" y="13"/>
                  <a:pt x="4693412" y="0"/>
                  <a:pt x="4693412" y="0"/>
                </a:cubicBezTo>
                <a:lnTo>
                  <a:pt x="945045" y="0"/>
                </a:lnTo>
                <a:cubicBezTo>
                  <a:pt x="694411" y="0"/>
                  <a:pt x="454025" y="100051"/>
                  <a:pt x="276796" y="278130"/>
                </a:cubicBezTo>
                <a:cubicBezTo>
                  <a:pt x="99568" y="456222"/>
                  <a:pt x="0" y="697751"/>
                  <a:pt x="0" y="949604"/>
                </a:cubicBezTo>
                <a:cubicBezTo>
                  <a:pt x="0" y="950189"/>
                  <a:pt x="38" y="950760"/>
                  <a:pt x="38" y="951344"/>
                </a:cubicBezTo>
                <a:lnTo>
                  <a:pt x="6559220" y="951344"/>
                </a:lnTo>
                <a:close/>
              </a:path>
            </a:pathLst>
          </a:custGeom>
          <a:gradFill>
            <a:gsLst>
              <a:gs pos="0">
                <a:srgbClr val="FBBC04"/>
              </a:gs>
              <a:gs pos="100000">
                <a:srgbClr val="EA4335"/>
              </a:gs>
            </a:gsLst>
            <a:lin ang="0" scaled="0"/>
          </a:gradFill>
          <a:ln>
            <a:noFill/>
          </a:ln>
        </p:spPr>
        <p:txBody>
          <a:bodyPr anchorCtr="0" anchor="ctr" bIns="59250" lIns="118550" spcFirstLastPara="1" rIns="118550" wrap="square" tIns="59250">
            <a:noAutofit/>
          </a:bodyPr>
          <a:lstStyle/>
          <a:p>
            <a:pPr indent="0" lvl="0" marL="0" marR="0" rtl="0" algn="l">
              <a:lnSpc>
                <a:spcPct val="100000"/>
              </a:lnSpc>
              <a:spcBef>
                <a:spcPts val="0"/>
              </a:spcBef>
              <a:spcAft>
                <a:spcPts val="0"/>
              </a:spcAft>
              <a:buClr>
                <a:srgbClr val="000000"/>
              </a:buClr>
              <a:buSzPts val="2420"/>
              <a:buFont typeface="Arial"/>
              <a:buNone/>
            </a:pPr>
            <a:r>
              <a:t/>
            </a:r>
            <a:endParaRPr b="0" i="0" spc="0" sz="2420" u="none" cap="none" strike="noStrike">
              <a:solidFill>
                <a:srgbClr val="000000"/>
              </a:solidFill>
              <a:latin typeface="Arial"/>
              <a:ea typeface="Arial"/>
              <a:cs typeface="Arial"/>
              <a:sym typeface="Arial"/>
            </a:endParaRPr>
          </a:p>
        </p:txBody>
      </p:sp>
      <p:pic>
        <p:nvPicPr>
          <p:cNvPr id="128" name="Google Shape;128;p2" title="Gen_16x9_61_NO BG_Regular_RGB.png"/>
          <p:cNvPicPr preferRelativeResize="0"/>
          <p:nvPr/>
        </p:nvPicPr>
        <p:blipFill rotWithShape="1">
          <a:blip r:embed="rId3">
            <a:alphaModFix/>
          </a:blip>
          <a:srcRect b="54494" l="-4701" r="-3127" t="-4877"/>
          <a:stretch/>
        </p:blipFill>
        <p:spPr>
          <a:xfrm>
            <a:off x="1899530" y="7566100"/>
            <a:ext cx="4872900" cy="2241300"/>
          </a:xfrm>
          <a:prstGeom prst="roundRect">
            <a:avLst>
              <a:gd fmla="val 0" name="adj"/>
            </a:avLst>
          </a:prstGeom>
          <a:noFill/>
          <a:ln>
            <a:noFill/>
          </a:ln>
        </p:spPr>
      </p:pic>
      <p:pic>
        <p:nvPicPr>
          <p:cNvPr id="129" name="Google Shape;129;p2"/>
          <p:cNvPicPr preferRelativeResize="0"/>
          <p:nvPr/>
        </p:nvPicPr>
        <p:blipFill rotWithShape="1">
          <a:blip r:embed="rId4">
            <a:alphaModFix/>
          </a:blip>
          <a:srcRect b="0" l="0" r="0" t="0"/>
          <a:stretch/>
        </p:blipFill>
        <p:spPr>
          <a:xfrm>
            <a:off x="8318542" y="9277019"/>
            <a:ext cx="1129763" cy="195799"/>
          </a:xfrm>
          <a:prstGeom prst="rect">
            <a:avLst/>
          </a:prstGeom>
          <a:noFill/>
          <a:ln>
            <a:noFill/>
          </a:ln>
        </p:spPr>
      </p:pic>
      <p:sp>
        <p:nvSpPr>
          <p:cNvPr id="130" name="Google Shape;130;p2"/>
          <p:cNvSpPr txBox="1"/>
          <p:nvPr/>
        </p:nvSpPr>
        <p:spPr>
          <a:xfrm>
            <a:off x="431074" y="456471"/>
            <a:ext cx="8229600" cy="56243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i="0" lang="nl-BE" spc="0" sz="3200" u="none" cap="none" strike="noStrike">
                <a:solidFill>
                  <a:schemeClr val="lt1"/>
                </a:solidFill>
                <a:latin typeface="Google Sans"/>
                <a:ea typeface="Google Sans"/>
                <a:cs typeface="Google Sans"/>
                <a:sym typeface="Google Sans"/>
              </a:rPr>
              <a:t>The problem</a:t>
            </a:r>
            <a:endParaRPr b="0" i="0" spc="0" sz="3200" u="none" cap="none" strike="noStrike">
              <a:solidFill>
                <a:schemeClr val="lt1"/>
              </a:solidFill>
              <a:latin typeface="Arial"/>
              <a:ea typeface="Arial"/>
              <a:cs typeface="Arial"/>
              <a:sym typeface="Arial"/>
            </a:endParaRPr>
          </a:p>
        </p:txBody>
      </p:sp>
      <p:pic>
        <p:nvPicPr>
          <p:cNvPr descr="Afbeelding met Lettertype, logo, Graphics, symbool&#10;&#10;Automatisch gegenereerde beschrijving" id="131" name="Google Shape;131;p2"/>
          <p:cNvPicPr preferRelativeResize="0"/>
          <p:nvPr/>
        </p:nvPicPr>
        <p:blipFill rotWithShape="1">
          <a:blip r:embed="rId5">
            <a:alphaModFix/>
          </a:blip>
          <a:srcRect b="0" l="0" r="0" t="0"/>
          <a:stretch/>
        </p:blipFill>
        <p:spPr>
          <a:xfrm>
            <a:off x="562227" y="8637057"/>
            <a:ext cx="1514304" cy="6477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p3"/>
          <p:cNvSpPr txBox="1"/>
          <p:nvPr/>
        </p:nvSpPr>
        <p:spPr>
          <a:xfrm>
            <a:off x="457125" y="2247575"/>
            <a:ext cx="8746200" cy="597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nl-BE" spc="0" sz="1800" u="none" cap="none" strike="noStrike">
                <a:solidFill>
                  <a:srgbClr val="434343"/>
                </a:solidFill>
                <a:latin typeface="Google Sans"/>
                <a:ea typeface="Google Sans"/>
                <a:cs typeface="Google Sans"/>
                <a:sym typeface="Google Sans"/>
              </a:rPr>
              <a:t>The Hackathon Vision</a:t>
            </a:r>
            <a:endParaRPr b="1" i="0" spc="0" sz="1800" u="none" cap="none" strike="noStrike">
              <a:solidFill>
                <a:srgbClr val="434343"/>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rgbClr val="000000"/>
              </a:buClr>
              <a:buSzPts val="1600"/>
              <a:buFont typeface="Arial"/>
              <a:buChar char="•"/>
            </a:pPr>
            <a:r>
              <a:rPr b="0" i="0" lang="nl-BE" spc="0" sz="1600" u="none" cap="none" strike="noStrike">
                <a:solidFill>
                  <a:schemeClr val="dk2"/>
                </a:solidFill>
                <a:latin typeface="Google Sans"/>
                <a:ea typeface="Google Sans"/>
                <a:cs typeface="Google Sans"/>
                <a:sym typeface="Google Sans"/>
              </a:rPr>
              <a:t>To develop a system that automatically determines and predicts the emetogenicity of a prescribed chemotherapeutic agent/combination therapy, links it to local hospital guidelines and instantly generates a personalized antiemetic recommendation</a:t>
            </a:r>
            <a:endParaRPr b="0" i="0" spc="0" sz="1600" u="none" cap="none" strike="noStrike">
              <a:solidFill>
                <a:schemeClr val="dk2"/>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rgbClr val="000000"/>
              </a:buClr>
              <a:buSzPts val="1600"/>
              <a:buFont typeface="Arial"/>
              <a:buChar char="•"/>
            </a:pPr>
            <a:r>
              <a:rPr b="0" i="0" lang="nl-BE" spc="0" sz="1600" u="none" cap="none" strike="noStrike">
                <a:solidFill>
                  <a:schemeClr val="dk2"/>
                </a:solidFill>
                <a:latin typeface="Google Sans"/>
                <a:ea typeface="Google Sans"/>
                <a:cs typeface="Google Sans"/>
                <a:sym typeface="Google Sans"/>
              </a:rPr>
              <a:t>Transform static hospital CINV control guidelines into an intelligent clinical decision support system (CDSS) that automates risk stratification and enforces zero-hallucination proposal for prescribing</a:t>
            </a:r>
            <a:endParaRPr b="0" i="0" spc="0" sz="1600" u="none" cap="none" strike="noStrike">
              <a:solidFill>
                <a:schemeClr val="dk2"/>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rgbClr val="000000"/>
              </a:buClr>
              <a:buSzPts val="1600"/>
              <a:buFont typeface="Arial"/>
              <a:buChar char="•"/>
            </a:pPr>
            <a:r>
              <a:rPr b="0" i="0" lang="nl-BE" spc="0" sz="1600" u="none" cap="none" strike="noStrike">
                <a:solidFill>
                  <a:schemeClr val="dk2"/>
                </a:solidFill>
                <a:latin typeface="Google Sans"/>
                <a:ea typeface="Google Sans"/>
                <a:cs typeface="Google Sans"/>
                <a:sym typeface="Google Sans"/>
              </a:rPr>
              <a:t>The tool should also consider contra indications and patiënt specific characteristics, such as: </a:t>
            </a:r>
            <a:endParaRPr/>
          </a:p>
          <a:p>
            <a:pPr indent="0" lvl="1" marL="0" marR="0" rtl="0" algn="l">
              <a:lnSpc>
                <a:spcPct val="100000"/>
              </a:lnSpc>
              <a:spcBef>
                <a:spcPts val="900"/>
              </a:spcBef>
              <a:spcAft>
                <a:spcPts val="0"/>
              </a:spcAft>
              <a:buNone/>
            </a:pPr>
            <a:r>
              <a:rPr b="0" i="0" lang="nl-BE" spc="0" sz="1600" u="none" cap="none" strike="noStrike">
                <a:solidFill>
                  <a:schemeClr val="dk2"/>
                </a:solidFill>
                <a:latin typeface="Google Sans"/>
                <a:ea typeface="Google Sans"/>
                <a:cs typeface="Google Sans"/>
                <a:sym typeface="Google Sans"/>
              </a:rPr>
              <a:t>	-Administration route IV, PO</a:t>
            </a:r>
            <a:endParaRPr/>
          </a:p>
          <a:p>
            <a:pPr indent="0" lvl="0" marL="0" marR="0" rtl="0" algn="l">
              <a:lnSpc>
                <a:spcPct val="100000"/>
              </a:lnSpc>
              <a:spcBef>
                <a:spcPts val="900"/>
              </a:spcBef>
              <a:spcAft>
                <a:spcPts val="0"/>
              </a:spcAft>
              <a:buNone/>
            </a:pPr>
            <a:r>
              <a:rPr b="0" i="0" lang="nl-BE" spc="0" sz="1600" u="none" cap="none" strike="noStrike">
                <a:solidFill>
                  <a:schemeClr val="dk2"/>
                </a:solidFill>
                <a:latin typeface="Google Sans"/>
                <a:ea typeface="Google Sans"/>
                <a:cs typeface="Google Sans"/>
                <a:sym typeface="Google Sans"/>
              </a:rPr>
              <a:t>	-available pharmaceutical formulations</a:t>
            </a:r>
            <a:endParaRPr b="0" i="0" spc="0" sz="1600" u="none" cap="none" strike="noStrike">
              <a:solidFill>
                <a:schemeClr val="dk2"/>
              </a:solidFill>
              <a:latin typeface="Google Sans"/>
              <a:ea typeface="Google Sans"/>
              <a:cs typeface="Google Sans"/>
              <a:sym typeface="Google Sans"/>
            </a:endParaRPr>
          </a:p>
          <a:p>
            <a:pPr indent="0" lvl="0" marL="0" marR="0" rtl="0" algn="l">
              <a:lnSpc>
                <a:spcPct val="100000"/>
              </a:lnSpc>
              <a:spcBef>
                <a:spcPts val="900"/>
              </a:spcBef>
              <a:spcAft>
                <a:spcPts val="0"/>
              </a:spcAft>
              <a:buNone/>
            </a:pPr>
            <a:r>
              <a:rPr b="0" i="0" lang="nl-BE" spc="0" sz="1600" u="none" cap="none" strike="noStrike">
                <a:solidFill>
                  <a:schemeClr val="dk2"/>
                </a:solidFill>
                <a:latin typeface="Google Sans"/>
                <a:ea typeface="Google Sans"/>
                <a:cs typeface="Google Sans"/>
                <a:sym typeface="Google Sans"/>
              </a:rPr>
              <a:t>	-the child’s ability to take medication (e.g. swallow tablets, sirup, nasogastric tub</a:t>
            </a:r>
            <a:r>
              <a:rPr lang="nl-BE" sz="1600">
                <a:solidFill>
                  <a:schemeClr val="dk2"/>
                </a:solidFill>
                <a:latin typeface="Google Sans"/>
                <a:ea typeface="Google Sans"/>
                <a:cs typeface="Google Sans"/>
                <a:sym typeface="Google Sans"/>
              </a:rPr>
              <a:t>e,etc.)</a:t>
            </a:r>
            <a:endParaRPr/>
          </a:p>
          <a:p>
            <a:pPr indent="0" lvl="0" marL="0" marR="0" rtl="0" algn="l">
              <a:lnSpc>
                <a:spcPct val="100000"/>
              </a:lnSpc>
              <a:spcBef>
                <a:spcPts val="900"/>
              </a:spcBef>
              <a:spcAft>
                <a:spcPts val="0"/>
              </a:spcAft>
              <a:buNone/>
            </a:pPr>
            <a:r>
              <a:rPr b="0" i="0" lang="nl-BE" spc="0" sz="1600" u="none" cap="none" strike="noStrike">
                <a:solidFill>
                  <a:schemeClr val="dk2"/>
                </a:solidFill>
                <a:latin typeface="Google Sans"/>
                <a:ea typeface="Google Sans"/>
                <a:cs typeface="Google Sans"/>
                <a:sym typeface="Google Sans"/>
              </a:rPr>
              <a:t>	-The child’s own preferences.</a:t>
            </a:r>
            <a:endParaRPr b="0" i="0" spc="0" sz="1600" u="none" cap="none" strike="noStrike">
              <a:solidFill>
                <a:schemeClr val="dk2"/>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rgbClr val="000000"/>
              </a:buClr>
              <a:buSzPts val="1600"/>
              <a:buFont typeface="Arial"/>
              <a:buChar char="•"/>
            </a:pPr>
            <a:r>
              <a:rPr b="0" i="0" lang="nl-BE" spc="0" sz="1600" u="none" cap="none" strike="noStrike">
                <a:solidFill>
                  <a:schemeClr val="dk2"/>
                </a:solidFill>
                <a:latin typeface="Google Sans"/>
                <a:ea typeface="Google Sans"/>
                <a:cs typeface="Google Sans"/>
                <a:sym typeface="Google Sans"/>
              </a:rPr>
              <a:t>It screens for nausea and vomiting history of the child. </a:t>
            </a:r>
            <a:endParaRPr/>
          </a:p>
          <a:p>
            <a:pPr indent="-285750" lvl="0" marL="285750" marR="0" rtl="0" algn="l">
              <a:lnSpc>
                <a:spcPct val="100000"/>
              </a:lnSpc>
              <a:spcBef>
                <a:spcPts val="900"/>
              </a:spcBef>
              <a:spcAft>
                <a:spcPts val="0"/>
              </a:spcAft>
              <a:buClr>
                <a:srgbClr val="000000"/>
              </a:buClr>
              <a:buSzPts val="1600"/>
              <a:buFont typeface="Arial"/>
              <a:buChar char="•"/>
            </a:pPr>
            <a:r>
              <a:rPr b="0" i="0" lang="nl-BE" spc="0" sz="1600" u="none" cap="none" strike="noStrike">
                <a:solidFill>
                  <a:schemeClr val="dk2"/>
                </a:solidFill>
                <a:latin typeface="Google Sans"/>
                <a:ea typeface="Google Sans"/>
                <a:cs typeface="Google Sans"/>
                <a:sym typeface="Google Sans"/>
              </a:rPr>
              <a:t>It generates an individualized “nausea and vomiting passport” based on their history of nausea and vomiting during previous therapies, which can be used to propose an </a:t>
            </a:r>
            <a:r>
              <a:rPr lang="nl-BE" sz="1600">
                <a:solidFill>
                  <a:schemeClr val="dk2"/>
                </a:solidFill>
                <a:latin typeface="Google Sans"/>
                <a:ea typeface="Google Sans"/>
                <a:cs typeface="Google Sans"/>
                <a:sym typeface="Google Sans"/>
              </a:rPr>
              <a:t>appropriate</a:t>
            </a:r>
            <a:r>
              <a:rPr b="0" i="0" lang="nl-BE" spc="0" sz="1600" u="none" cap="none" strike="noStrike">
                <a:solidFill>
                  <a:schemeClr val="dk2"/>
                </a:solidFill>
                <a:latin typeface="Google Sans"/>
                <a:ea typeface="Google Sans"/>
                <a:cs typeface="Google Sans"/>
                <a:sym typeface="Google Sans"/>
              </a:rPr>
              <a:t> </a:t>
            </a:r>
            <a:r>
              <a:rPr lang="nl-BE" sz="1600">
                <a:solidFill>
                  <a:schemeClr val="dk2"/>
                </a:solidFill>
                <a:latin typeface="Google Sans"/>
                <a:ea typeface="Google Sans"/>
                <a:cs typeface="Google Sans"/>
                <a:sym typeface="Google Sans"/>
              </a:rPr>
              <a:t>antiemetic</a:t>
            </a:r>
            <a:r>
              <a:rPr b="0" i="0" lang="nl-BE" spc="0" sz="1600" u="none" cap="none" strike="noStrike">
                <a:solidFill>
                  <a:schemeClr val="dk2"/>
                </a:solidFill>
                <a:latin typeface="Google Sans"/>
                <a:ea typeface="Google Sans"/>
                <a:cs typeface="Google Sans"/>
                <a:sym typeface="Google Sans"/>
              </a:rPr>
              <a:t> prescription for subsequent treatments</a:t>
            </a:r>
            <a:endParaRPr b="0" i="0" spc="0" sz="1600" u="none" cap="none" strike="noStrike">
              <a:solidFill>
                <a:schemeClr val="dk2"/>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chemeClr val="dk2"/>
              </a:buClr>
              <a:buSzPts val="1600"/>
              <a:buFont typeface="Google Sans"/>
              <a:buChar char="•"/>
            </a:pPr>
            <a:r>
              <a:rPr lang="nl-BE" sz="1600">
                <a:solidFill>
                  <a:schemeClr val="dk2"/>
                </a:solidFill>
                <a:latin typeface="Google Sans"/>
                <a:ea typeface="Google Sans"/>
                <a:cs typeface="Google Sans"/>
                <a:sym typeface="Google Sans"/>
              </a:rPr>
              <a:t>Localization based on </a:t>
            </a:r>
            <a:r>
              <a:rPr lang="nl-BE" sz="1600">
                <a:solidFill>
                  <a:schemeClr val="dk2"/>
                </a:solidFill>
                <a:latin typeface="Google Sans"/>
                <a:ea typeface="Google Sans"/>
                <a:cs typeface="Google Sans"/>
                <a:sym typeface="Google Sans"/>
              </a:rPr>
              <a:t>patience preferred language</a:t>
            </a:r>
            <a:endParaRPr sz="1600">
              <a:solidFill>
                <a:schemeClr val="dk2"/>
              </a:solidFill>
              <a:latin typeface="Google Sans"/>
              <a:ea typeface="Google Sans"/>
              <a:cs typeface="Google Sans"/>
              <a:sym typeface="Google Sans"/>
            </a:endParaRPr>
          </a:p>
          <a:p>
            <a:pPr indent="-285750" lvl="0" marL="285750" marR="0" rtl="0" algn="l">
              <a:lnSpc>
                <a:spcPct val="100000"/>
              </a:lnSpc>
              <a:spcBef>
                <a:spcPts val="900"/>
              </a:spcBef>
              <a:spcAft>
                <a:spcPts val="0"/>
              </a:spcAft>
              <a:buClr>
                <a:schemeClr val="dk2"/>
              </a:buClr>
              <a:buSzPts val="1600"/>
              <a:buFont typeface="Google Sans"/>
              <a:buChar char="•"/>
            </a:pPr>
            <a:r>
              <a:rPr lang="nl-BE" sz="1600">
                <a:solidFill>
                  <a:schemeClr val="dk2"/>
                </a:solidFill>
                <a:latin typeface="Google Sans"/>
                <a:ea typeface="Google Sans"/>
                <a:cs typeface="Google Sans"/>
                <a:sym typeface="Google Sans"/>
              </a:rPr>
              <a:t>(Bonus point) Development of a companion App to collect  history of nausea and vomiting. (e.g. by every instance of nausea the parent can press a button and it’s recorded) </a:t>
            </a:r>
            <a:endParaRPr sz="1600">
              <a:solidFill>
                <a:schemeClr val="dk2"/>
              </a:solidFill>
              <a:latin typeface="Google Sans"/>
              <a:ea typeface="Google Sans"/>
              <a:cs typeface="Google Sans"/>
              <a:sym typeface="Google Sans"/>
            </a:endParaRPr>
          </a:p>
        </p:txBody>
      </p:sp>
      <p:sp>
        <p:nvSpPr>
          <p:cNvPr id="137" name="Google Shape;137;p3"/>
          <p:cNvSpPr txBox="1"/>
          <p:nvPr/>
        </p:nvSpPr>
        <p:spPr>
          <a:xfrm>
            <a:off x="200814" y="901582"/>
            <a:ext cx="7556700" cy="702821"/>
          </a:xfrm>
          <a:prstGeom prst="rect">
            <a:avLst/>
          </a:prstGeom>
          <a:noFill/>
          <a:ln>
            <a:noFill/>
          </a:ln>
        </p:spPr>
        <p:txBody>
          <a:bodyPr anchorCtr="0" anchor="t" bIns="0" lIns="0" spcFirstLastPara="1" rIns="0" wrap="square" tIns="0">
            <a:spAutoFit/>
          </a:bodyPr>
          <a:lstStyle/>
          <a:p>
            <a:pPr indent="-440036" lvl="0" marL="440036" marR="0" rtl="0" algn="l">
              <a:lnSpc>
                <a:spcPct val="85000"/>
              </a:lnSpc>
              <a:spcBef>
                <a:spcPts val="0"/>
              </a:spcBef>
              <a:spcAft>
                <a:spcPts val="0"/>
              </a:spcAft>
              <a:buClr>
                <a:srgbClr val="000000"/>
              </a:buClr>
              <a:buSzPts val="5373"/>
              <a:buFont typeface="Arial"/>
              <a:buNone/>
            </a:pPr>
            <a:r>
              <a:rPr b="0" i="0" lang="nl-BE" spc="0" sz="5373" u="none" cap="none" strike="noStrike">
                <a:solidFill>
                  <a:srgbClr val="202124"/>
                </a:solidFill>
                <a:latin typeface="Google Sans Medium"/>
                <a:ea typeface="Google Sans Medium"/>
                <a:cs typeface="Google Sans Medium"/>
                <a:sym typeface="Google Sans Medium"/>
              </a:rPr>
              <a:t>Vision</a:t>
            </a:r>
            <a:endParaRPr b="0" i="0" spc="0" sz="5373" u="none" cap="none" strike="noStrike">
              <a:solidFill>
                <a:srgbClr val="202124"/>
              </a:solidFill>
              <a:latin typeface="Google Sans Medium"/>
              <a:ea typeface="Google Sans Medium"/>
              <a:cs typeface="Google Sans Medium"/>
              <a:sym typeface="Google Sans Medium"/>
            </a:endParaRPr>
          </a:p>
        </p:txBody>
      </p:sp>
      <p:sp>
        <p:nvSpPr>
          <p:cNvPr id="138" name="Google Shape;138;p3"/>
          <p:cNvSpPr/>
          <p:nvPr/>
        </p:nvSpPr>
        <p:spPr>
          <a:xfrm>
            <a:off x="3329776" y="8875433"/>
            <a:ext cx="6428047" cy="932317"/>
          </a:xfrm>
          <a:custGeom>
            <a:rect b="b" l="l" r="r" t="t"/>
            <a:pathLst>
              <a:path extrusionOk="0" h="951344" w="6559232">
                <a:moveTo>
                  <a:pt x="6559220" y="951344"/>
                </a:moveTo>
                <a:lnTo>
                  <a:pt x="6559233" y="26"/>
                </a:lnTo>
                <a:cubicBezTo>
                  <a:pt x="6559233" y="13"/>
                  <a:pt x="4693412" y="0"/>
                  <a:pt x="4693412" y="0"/>
                </a:cubicBezTo>
                <a:lnTo>
                  <a:pt x="945045" y="0"/>
                </a:lnTo>
                <a:cubicBezTo>
                  <a:pt x="694411" y="0"/>
                  <a:pt x="454025" y="100051"/>
                  <a:pt x="276796" y="278130"/>
                </a:cubicBezTo>
                <a:cubicBezTo>
                  <a:pt x="99568" y="456222"/>
                  <a:pt x="0" y="697751"/>
                  <a:pt x="0" y="949604"/>
                </a:cubicBezTo>
                <a:cubicBezTo>
                  <a:pt x="0" y="950189"/>
                  <a:pt x="38" y="950760"/>
                  <a:pt x="38" y="951344"/>
                </a:cubicBezTo>
                <a:lnTo>
                  <a:pt x="6559220" y="951344"/>
                </a:lnTo>
                <a:close/>
              </a:path>
            </a:pathLst>
          </a:custGeom>
          <a:gradFill>
            <a:gsLst>
              <a:gs pos="0">
                <a:srgbClr val="FBBC04"/>
              </a:gs>
              <a:gs pos="100000">
                <a:srgbClr val="EA4335"/>
              </a:gs>
            </a:gsLst>
            <a:lin ang="0" scaled="0"/>
          </a:gradFill>
          <a:ln>
            <a:noFill/>
          </a:ln>
        </p:spPr>
        <p:txBody>
          <a:bodyPr anchorCtr="0" anchor="ctr" bIns="44750" lIns="89550" spcFirstLastPara="1" rIns="89550" wrap="square" tIns="44750">
            <a:noAutofit/>
          </a:bodyPr>
          <a:lstStyle/>
          <a:p>
            <a:pPr indent="0" lvl="0" marL="0" marR="0" rtl="0" algn="l">
              <a:lnSpc>
                <a:spcPct val="100000"/>
              </a:lnSpc>
              <a:spcBef>
                <a:spcPts val="0"/>
              </a:spcBef>
              <a:spcAft>
                <a:spcPts val="0"/>
              </a:spcAft>
              <a:buClr>
                <a:srgbClr val="000000"/>
              </a:buClr>
              <a:buSzPts val="1828"/>
              <a:buFont typeface="Arial"/>
              <a:buNone/>
            </a:pPr>
            <a:r>
              <a:t/>
            </a:r>
            <a:endParaRPr b="0" i="0" spc="0" sz="1828" u="none" cap="none" strike="noStrike">
              <a:solidFill>
                <a:srgbClr val="000000"/>
              </a:solidFill>
              <a:latin typeface="Arial"/>
              <a:ea typeface="Arial"/>
              <a:cs typeface="Arial"/>
              <a:sym typeface="Arial"/>
            </a:endParaRPr>
          </a:p>
        </p:txBody>
      </p:sp>
      <p:pic>
        <p:nvPicPr>
          <p:cNvPr id="139" name="Google Shape;139;p3" title="Gen_16x9_61_NO BG_Regular_RGB.png"/>
          <p:cNvPicPr preferRelativeResize="0"/>
          <p:nvPr/>
        </p:nvPicPr>
        <p:blipFill rotWithShape="1">
          <a:blip r:embed="rId3">
            <a:alphaModFix/>
          </a:blip>
          <a:srcRect b="54494" l="-4701" r="-3127" t="-4877"/>
          <a:stretch/>
        </p:blipFill>
        <p:spPr>
          <a:xfrm>
            <a:off x="3767050" y="8114500"/>
            <a:ext cx="3680700" cy="1692900"/>
          </a:xfrm>
          <a:prstGeom prst="roundRect">
            <a:avLst>
              <a:gd fmla="val 0" name="adj"/>
            </a:avLst>
          </a:prstGeom>
          <a:noFill/>
          <a:ln>
            <a:noFill/>
          </a:ln>
        </p:spPr>
      </p:pic>
      <p:pic>
        <p:nvPicPr>
          <p:cNvPr id="140" name="Google Shape;140;p3"/>
          <p:cNvPicPr preferRelativeResize="0"/>
          <p:nvPr/>
        </p:nvPicPr>
        <p:blipFill rotWithShape="1">
          <a:blip r:embed="rId4">
            <a:alphaModFix/>
          </a:blip>
          <a:srcRect b="0" l="0" r="0" t="0"/>
          <a:stretch/>
        </p:blipFill>
        <p:spPr>
          <a:xfrm>
            <a:off x="8615428" y="9406791"/>
            <a:ext cx="853327" cy="147890"/>
          </a:xfrm>
          <a:prstGeom prst="rect">
            <a:avLst/>
          </a:prstGeom>
          <a:noFill/>
          <a:ln>
            <a:noFill/>
          </a:ln>
        </p:spPr>
      </p:pic>
      <p:pic>
        <p:nvPicPr>
          <p:cNvPr descr="Afbeelding met Lettertype, logo, Graphics, symbool&#10;&#10;Automatisch gegenereerde beschrijving" id="141" name="Google Shape;141;p3"/>
          <p:cNvPicPr preferRelativeResize="0"/>
          <p:nvPr/>
        </p:nvPicPr>
        <p:blipFill rotWithShape="1">
          <a:blip r:embed="rId5">
            <a:alphaModFix/>
          </a:blip>
          <a:srcRect b="0" l="0" r="0" t="0"/>
          <a:stretch/>
        </p:blipFill>
        <p:spPr>
          <a:xfrm>
            <a:off x="562227" y="8637057"/>
            <a:ext cx="1514304" cy="647785"/>
          </a:xfrm>
          <a:prstGeom prst="rect">
            <a:avLst/>
          </a:prstGeom>
          <a:noFill/>
          <a:ln>
            <a:noFill/>
          </a:ln>
        </p:spPr>
      </p:pic>
      <p:pic>
        <p:nvPicPr>
          <p:cNvPr descr="Afbeelding met Graphics, clipart, illustratie, ontwerp&#10;&#10;Automatisch gegenereerde beschrijving" id="142" name="Google Shape;142;p3"/>
          <p:cNvPicPr preferRelativeResize="0"/>
          <p:nvPr/>
        </p:nvPicPr>
        <p:blipFill rotWithShape="1">
          <a:blip r:embed="rId6">
            <a:alphaModFix/>
          </a:blip>
          <a:srcRect b="0" l="0" r="0" t="0"/>
          <a:stretch/>
        </p:blipFill>
        <p:spPr>
          <a:xfrm>
            <a:off x="5956664" y="901582"/>
            <a:ext cx="3246662" cy="13459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p:nvPr/>
        </p:nvSpPr>
        <p:spPr>
          <a:xfrm>
            <a:off x="6421120" y="2346960"/>
            <a:ext cx="2844800" cy="223680"/>
          </a:xfrm>
          <a:prstGeom prst="roundRect">
            <a:avLst>
              <a:gd fmla="val 50000" name="adj"/>
            </a:avLst>
          </a:prstGeom>
          <a:solidFill>
            <a:srgbClr val="E1F5F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48" name="Google Shape;148;p4"/>
          <p:cNvSpPr txBox="1"/>
          <p:nvPr/>
        </p:nvSpPr>
        <p:spPr>
          <a:xfrm>
            <a:off x="6421120" y="2346960"/>
            <a:ext cx="2844800" cy="223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nl-BE" spc="0" sz="960" u="none" cap="none" strike="noStrike">
                <a:solidFill>
                  <a:srgbClr val="0277BD"/>
                </a:solidFill>
                <a:latin typeface="Google Sans SemiBold"/>
                <a:ea typeface="Google Sans SemiBold"/>
                <a:cs typeface="Google Sans SemiBold"/>
                <a:sym typeface="Google Sans SemiBold"/>
              </a:rPr>
              <a:t>Hospital Protocol Baseline • July 2026 Versie 2</a:t>
            </a:r>
            <a:endParaRPr b="0" i="0" spc="0" sz="1493" u="none" cap="none" strike="noStrike">
              <a:solidFill>
                <a:srgbClr val="000000"/>
              </a:solidFill>
              <a:latin typeface="Arial"/>
              <a:ea typeface="Arial"/>
              <a:cs typeface="Arial"/>
              <a:sym typeface="Arial"/>
            </a:endParaRPr>
          </a:p>
        </p:txBody>
      </p:sp>
      <p:sp>
        <p:nvSpPr>
          <p:cNvPr id="149" name="Google Shape;149;p4"/>
          <p:cNvSpPr txBox="1"/>
          <p:nvPr/>
        </p:nvSpPr>
        <p:spPr>
          <a:xfrm>
            <a:off x="487680" y="2621280"/>
            <a:ext cx="8778240" cy="325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nl-BE" spc="0" sz="2133" u="none" cap="none" strike="noStrike">
                <a:solidFill>
                  <a:srgbClr val="434343"/>
                </a:solidFill>
                <a:latin typeface="Google Sans"/>
                <a:ea typeface="Google Sans"/>
                <a:cs typeface="Google Sans"/>
                <a:sym typeface="Google Sans"/>
              </a:rPr>
              <a:t>The Grounding Baseline</a:t>
            </a:r>
            <a:endParaRPr b="0" i="0" spc="0" sz="1493" u="none" cap="none" strike="noStrike">
              <a:solidFill>
                <a:srgbClr val="000000"/>
              </a:solidFill>
              <a:latin typeface="Arial"/>
              <a:ea typeface="Arial"/>
              <a:cs typeface="Arial"/>
              <a:sym typeface="Arial"/>
            </a:endParaRPr>
          </a:p>
        </p:txBody>
      </p:sp>
      <p:sp>
        <p:nvSpPr>
          <p:cNvPr id="150" name="Google Shape;150;p4"/>
          <p:cNvSpPr txBox="1"/>
          <p:nvPr/>
        </p:nvSpPr>
        <p:spPr>
          <a:xfrm>
            <a:off x="487680" y="2946400"/>
            <a:ext cx="8778240" cy="2236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nl-BE" spc="0" sz="1173" u="none" cap="none" strike="noStrike">
                <a:solidFill>
                  <a:srgbClr val="999999"/>
                </a:solidFill>
                <a:latin typeface="Google Sans Medium"/>
                <a:ea typeface="Google Sans Medium"/>
                <a:cs typeface="Google Sans Medium"/>
                <a:sym typeface="Google Sans Medium"/>
              </a:rPr>
              <a:t>Introducing the hospital's July 2026 Anti-emetica beleid CINV policy (HEC, MEC, LEC, Minimal tiers)</a:t>
            </a:r>
            <a:endParaRPr b="0" i="0" spc="0" sz="1493" u="none" cap="none" strike="noStrike">
              <a:solidFill>
                <a:srgbClr val="000000"/>
              </a:solidFill>
              <a:latin typeface="Arial"/>
              <a:ea typeface="Arial"/>
              <a:cs typeface="Arial"/>
              <a:sym typeface="Arial"/>
            </a:endParaRPr>
          </a:p>
        </p:txBody>
      </p:sp>
      <p:grpSp>
        <p:nvGrpSpPr>
          <p:cNvPr id="151" name="Google Shape;151;p4"/>
          <p:cNvGrpSpPr/>
          <p:nvPr/>
        </p:nvGrpSpPr>
        <p:grpSpPr>
          <a:xfrm>
            <a:off x="487680" y="3230880"/>
            <a:ext cx="8778240" cy="467520"/>
            <a:chOff x="0" y="0"/>
            <a:chExt cx="8229600" cy="438300"/>
          </a:xfrm>
        </p:grpSpPr>
        <p:sp>
          <p:nvSpPr>
            <p:cNvPr id="152" name="Google Shape;152;p4"/>
            <p:cNvSpPr/>
            <p:nvPr/>
          </p:nvSpPr>
          <p:spPr>
            <a:xfrm>
              <a:off x="0" y="0"/>
              <a:ext cx="8229600" cy="438300"/>
            </a:xfrm>
            <a:prstGeom prst="roundRect">
              <a:avLst>
                <a:gd fmla="val 13043" name="adj"/>
              </a:avLst>
            </a:prstGeom>
            <a:solidFill>
              <a:srgbClr val="F1F1F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53" name="Google Shape;153;p4"/>
            <p:cNvSpPr/>
            <p:nvPr/>
          </p:nvSpPr>
          <p:spPr>
            <a:xfrm>
              <a:off x="0" y="0"/>
              <a:ext cx="47700" cy="438300"/>
            </a:xfrm>
            <a:prstGeom prst="roundRect">
              <a:avLst>
                <a:gd fmla="val 40000" name="adj"/>
              </a:avLst>
            </a:prstGeom>
            <a:solidFill>
              <a:srgbClr val="4285F4"/>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54" name="Google Shape;154;p4"/>
            <p:cNvSpPr txBox="1"/>
            <p:nvPr/>
          </p:nvSpPr>
          <p:spPr>
            <a:xfrm>
              <a:off x="152400" y="0"/>
              <a:ext cx="7962900" cy="43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nl-BE" spc="0" sz="960" u="none" cap="none" strike="noStrike">
                  <a:solidFill>
                    <a:srgbClr val="1A73E8"/>
                  </a:solidFill>
                  <a:latin typeface="Google Sans"/>
                  <a:ea typeface="Google Sans"/>
                  <a:cs typeface="Google Sans"/>
                  <a:sym typeface="Google Sans"/>
                </a:rPr>
                <a:t>Core Protocol Principle:</a:t>
              </a:r>
              <a:r>
                <a:rPr b="0" i="0" lang="nl-BE" spc="0" sz="960" u="none" cap="none" strike="noStrike">
                  <a:solidFill>
                    <a:srgbClr val="333333"/>
                  </a:solidFill>
                  <a:latin typeface="Google Sans Medium"/>
                  <a:ea typeface="Google Sans Medium"/>
                  <a:cs typeface="Google Sans Medium"/>
                  <a:sym typeface="Google Sans Medium"/>
                </a:rPr>
                <a:t> The single highest-risk chemotherapy agent dictates the baseline prophylaxis tier. Anti-emetics start 30 min (IV) or 60 min (PO) pre-chemo. Dexamethasone is strictly excluded in Acute Lymphoblastic Leukemia (ALL) and brain tumors.</a:t>
              </a:r>
              <a:endParaRPr b="0" i="0" spc="0" sz="960" u="none" cap="none" strike="noStrike">
                <a:solidFill>
                  <a:srgbClr val="333333"/>
                </a:solidFill>
                <a:latin typeface="Google Sans Medium"/>
                <a:ea typeface="Google Sans Medium"/>
                <a:cs typeface="Google Sans Medium"/>
                <a:sym typeface="Google Sans Medium"/>
              </a:endParaRPr>
            </a:p>
          </p:txBody>
        </p:sp>
      </p:grpSp>
      <p:grpSp>
        <p:nvGrpSpPr>
          <p:cNvPr id="155" name="Google Shape;155;p4"/>
          <p:cNvGrpSpPr/>
          <p:nvPr/>
        </p:nvGrpSpPr>
        <p:grpSpPr>
          <a:xfrm>
            <a:off x="487680" y="3779520"/>
            <a:ext cx="4287680" cy="1544320"/>
            <a:chOff x="0" y="0"/>
            <a:chExt cx="4019700" cy="1447800"/>
          </a:xfrm>
        </p:grpSpPr>
        <p:sp>
          <p:nvSpPr>
            <p:cNvPr id="156" name="Google Shape;156;p4"/>
            <p:cNvSpPr/>
            <p:nvPr/>
          </p:nvSpPr>
          <p:spPr>
            <a:xfrm>
              <a:off x="0" y="0"/>
              <a:ext cx="4019700" cy="1447800"/>
            </a:xfrm>
            <a:prstGeom prst="roundRect">
              <a:avLst>
                <a:gd fmla="val 6578" name="adj"/>
              </a:avLst>
            </a:prstGeom>
            <a:solidFill>
              <a:srgbClr val="F1F1F1"/>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57" name="Google Shape;157;p4"/>
            <p:cNvSpPr txBox="1"/>
            <p:nvPr/>
          </p:nvSpPr>
          <p:spPr>
            <a:xfrm>
              <a:off x="152400" y="114300"/>
              <a:ext cx="2667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387" u="none" cap="none" strike="noStrike">
                  <a:solidFill>
                    <a:srgbClr val="A60812"/>
                  </a:solidFill>
                  <a:latin typeface="Google Sans SemiBold"/>
                  <a:ea typeface="Google Sans SemiBold"/>
                  <a:cs typeface="Google Sans SemiBold"/>
                  <a:sym typeface="Google Sans SemiBold"/>
                </a:rPr>
                <a:t>Hoog Emetogeen (HEC)</a:t>
              </a:r>
              <a:endParaRPr b="0" i="0" spc="0" sz="1387" u="none" cap="none" strike="noStrike">
                <a:solidFill>
                  <a:srgbClr val="A60812"/>
                </a:solidFill>
                <a:latin typeface="Google Sans SemiBold"/>
                <a:ea typeface="Google Sans SemiBold"/>
                <a:cs typeface="Google Sans SemiBold"/>
                <a:sym typeface="Google Sans SemiBold"/>
              </a:endParaRPr>
            </a:p>
          </p:txBody>
        </p:sp>
        <p:sp>
          <p:nvSpPr>
            <p:cNvPr id="158" name="Google Shape;158;p4"/>
            <p:cNvSpPr/>
            <p:nvPr/>
          </p:nvSpPr>
          <p:spPr>
            <a:xfrm>
              <a:off x="3143250" y="114300"/>
              <a:ext cx="723900" cy="190500"/>
            </a:xfrm>
            <a:prstGeom prst="roundRect">
              <a:avLst>
                <a:gd fmla="val 50000" name="adj"/>
              </a:avLst>
            </a:prstGeom>
            <a:solidFill>
              <a:srgbClr val="FCE8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59" name="Google Shape;159;p4"/>
            <p:cNvSpPr txBox="1"/>
            <p:nvPr/>
          </p:nvSpPr>
          <p:spPr>
            <a:xfrm>
              <a:off x="3143250" y="114300"/>
              <a:ext cx="723900" cy="1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nl-BE" spc="0" sz="907" u="none" cap="none" strike="noStrike">
                  <a:solidFill>
                    <a:srgbClr val="A60812"/>
                  </a:solidFill>
                  <a:latin typeface="Google Sans"/>
                  <a:ea typeface="Google Sans"/>
                  <a:cs typeface="Google Sans"/>
                  <a:sym typeface="Google Sans"/>
                </a:rPr>
                <a:t>&gt;90% Risk</a:t>
              </a:r>
              <a:endParaRPr b="0" i="0" spc="0" sz="1493" u="none" cap="none" strike="noStrike">
                <a:solidFill>
                  <a:srgbClr val="000000"/>
                </a:solidFill>
                <a:latin typeface="Arial"/>
                <a:ea typeface="Arial"/>
                <a:cs typeface="Arial"/>
                <a:sym typeface="Arial"/>
              </a:endParaRPr>
            </a:p>
          </p:txBody>
        </p:sp>
        <p:sp>
          <p:nvSpPr>
            <p:cNvPr id="160" name="Google Shape;160;p4"/>
            <p:cNvSpPr txBox="1"/>
            <p:nvPr/>
          </p:nvSpPr>
          <p:spPr>
            <a:xfrm>
              <a:off x="152400" y="361950"/>
              <a:ext cx="3714900" cy="10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013" u="none" cap="none" strike="noStrike">
                  <a:solidFill>
                    <a:srgbClr val="434343"/>
                  </a:solidFill>
                  <a:latin typeface="Google Sans SemiBold"/>
                  <a:ea typeface="Google Sans SemiBold"/>
                  <a:cs typeface="Google Sans SemiBold"/>
                  <a:sym typeface="Google Sans SemiBold"/>
                </a:rPr>
                <a:t>Chemotherapy:</a:t>
              </a:r>
              <a:r>
                <a:rPr b="0" i="0" lang="nl-BE" spc="0" sz="1013" u="none" cap="none" strike="noStrike">
                  <a:solidFill>
                    <a:srgbClr val="666666"/>
                  </a:solidFill>
                  <a:latin typeface="Google Sans"/>
                  <a:ea typeface="Google Sans"/>
                  <a:cs typeface="Google Sans"/>
                  <a:sym typeface="Google Sans"/>
                </a:rPr>
                <a:t> Cisplatine, Carboplatine, Melphalan IV, Thiotepa IV ≥ 300 mg/m², Cyclofosfamide &gt; 1500 mg/m², Cytarabine IV ≥ 3 g/m², Ifosfamide/Etoposide.</a:t>
              </a:r>
              <a:endParaRPr b="0" i="0" spc="0" sz="1013" u="none" cap="none" strike="noStrike">
                <a:solidFill>
                  <a:srgbClr val="666666"/>
                </a:solidFill>
                <a:latin typeface="Google Sans"/>
                <a:ea typeface="Google Sans"/>
                <a:cs typeface="Google Sans"/>
                <a:sym typeface="Google Sans"/>
              </a:endParaRPr>
            </a:p>
            <a:p>
              <a:pPr indent="0" lvl="0" marL="0" marR="0" rtl="0" algn="l">
                <a:lnSpc>
                  <a:spcPct val="100000"/>
                </a:lnSpc>
                <a:spcBef>
                  <a:spcPts val="480"/>
                </a:spcBef>
                <a:spcAft>
                  <a:spcPts val="0"/>
                </a:spcAft>
                <a:buNone/>
              </a:pPr>
              <a:r>
                <a:rPr b="0" i="0" lang="nl-BE" spc="0" sz="1013" u="none" cap="none" strike="noStrike">
                  <a:solidFill>
                    <a:srgbClr val="A60812"/>
                  </a:solidFill>
                  <a:highlight>
                    <a:srgbClr val="FFFFFF"/>
                  </a:highlight>
                  <a:latin typeface="Google Sans SemiBold"/>
                  <a:ea typeface="Google Sans SemiBold"/>
                  <a:cs typeface="Google Sans SemiBold"/>
                  <a:sym typeface="Google Sans SemiBold"/>
                </a:rPr>
                <a:t>Quadruple Therapy:</a:t>
              </a:r>
              <a:r>
                <a:rPr b="0" i="0" lang="nl-BE" spc="0" sz="1013" u="none" cap="none" strike="noStrike">
                  <a:solidFill>
                    <a:srgbClr val="666666"/>
                  </a:solidFill>
                  <a:highlight>
                    <a:srgbClr val="FFFFFF"/>
                  </a:highlight>
                  <a:latin typeface="Google Sans"/>
                  <a:ea typeface="Google Sans"/>
                  <a:cs typeface="Google Sans"/>
                  <a:sym typeface="Google Sans"/>
                </a:rPr>
                <a:t> Ondansetron (3x/day) + Dexamethasone + Aprepitant + Olanzapine (&gt;2 years).</a:t>
              </a:r>
              <a:endParaRPr b="0" i="0" spc="0" sz="1013" u="none" cap="none" strike="noStrike">
                <a:solidFill>
                  <a:srgbClr val="666666"/>
                </a:solidFill>
                <a:highlight>
                  <a:srgbClr val="FFFFFF"/>
                </a:highlight>
                <a:latin typeface="Google Sans"/>
                <a:ea typeface="Google Sans"/>
                <a:cs typeface="Google Sans"/>
                <a:sym typeface="Google Sans"/>
              </a:endParaRPr>
            </a:p>
          </p:txBody>
        </p:sp>
      </p:grpSp>
      <p:grpSp>
        <p:nvGrpSpPr>
          <p:cNvPr id="161" name="Google Shape;161;p4"/>
          <p:cNvGrpSpPr/>
          <p:nvPr/>
        </p:nvGrpSpPr>
        <p:grpSpPr>
          <a:xfrm>
            <a:off x="4978400" y="3779520"/>
            <a:ext cx="4287680" cy="1544320"/>
            <a:chOff x="0" y="0"/>
            <a:chExt cx="4019700" cy="1447800"/>
          </a:xfrm>
        </p:grpSpPr>
        <p:sp>
          <p:nvSpPr>
            <p:cNvPr id="162" name="Google Shape;162;p4"/>
            <p:cNvSpPr/>
            <p:nvPr/>
          </p:nvSpPr>
          <p:spPr>
            <a:xfrm>
              <a:off x="0" y="0"/>
              <a:ext cx="4019700" cy="1447800"/>
            </a:xfrm>
            <a:prstGeom prst="roundRect">
              <a:avLst>
                <a:gd fmla="val 6578" name="adj"/>
              </a:avLst>
            </a:prstGeom>
            <a:solidFill>
              <a:srgbClr val="F1F1F1"/>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63" name="Google Shape;163;p4"/>
            <p:cNvSpPr txBox="1"/>
            <p:nvPr/>
          </p:nvSpPr>
          <p:spPr>
            <a:xfrm>
              <a:off x="152400" y="114300"/>
              <a:ext cx="2667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387" u="none" cap="none" strike="noStrike">
                  <a:solidFill>
                    <a:srgbClr val="B06000"/>
                  </a:solidFill>
                  <a:latin typeface="Google Sans SemiBold"/>
                  <a:ea typeface="Google Sans SemiBold"/>
                  <a:cs typeface="Google Sans SemiBold"/>
                  <a:sym typeface="Google Sans SemiBold"/>
                </a:rPr>
                <a:t>Matig Emetogeen (MEC)</a:t>
              </a:r>
              <a:endParaRPr b="0" i="0" spc="0" sz="1387" u="none" cap="none" strike="noStrike">
                <a:solidFill>
                  <a:srgbClr val="B06000"/>
                </a:solidFill>
                <a:latin typeface="Google Sans SemiBold"/>
                <a:ea typeface="Google Sans SemiBold"/>
                <a:cs typeface="Google Sans SemiBold"/>
                <a:sym typeface="Google Sans SemiBold"/>
              </a:endParaRPr>
            </a:p>
          </p:txBody>
        </p:sp>
        <p:sp>
          <p:nvSpPr>
            <p:cNvPr id="164" name="Google Shape;164;p4"/>
            <p:cNvSpPr/>
            <p:nvPr/>
          </p:nvSpPr>
          <p:spPr>
            <a:xfrm>
              <a:off x="3048000" y="114300"/>
              <a:ext cx="819300" cy="190500"/>
            </a:xfrm>
            <a:prstGeom prst="roundRect">
              <a:avLst>
                <a:gd fmla="val 50000" name="adj"/>
              </a:avLst>
            </a:prstGeom>
            <a:solidFill>
              <a:srgbClr val="FFF7E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65" name="Google Shape;165;p4"/>
            <p:cNvSpPr txBox="1"/>
            <p:nvPr/>
          </p:nvSpPr>
          <p:spPr>
            <a:xfrm>
              <a:off x="3048000" y="114300"/>
              <a:ext cx="819300" cy="1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nl-BE" spc="0" sz="907" u="none" cap="none" strike="noStrike">
                  <a:solidFill>
                    <a:srgbClr val="B06000"/>
                  </a:solidFill>
                  <a:latin typeface="Google Sans"/>
                  <a:ea typeface="Google Sans"/>
                  <a:cs typeface="Google Sans"/>
                  <a:sym typeface="Google Sans"/>
                </a:rPr>
                <a:t>30–90% Risk</a:t>
              </a:r>
              <a:endParaRPr b="0" i="0" spc="0" sz="1493" u="none" cap="none" strike="noStrike">
                <a:solidFill>
                  <a:srgbClr val="000000"/>
                </a:solidFill>
                <a:latin typeface="Arial"/>
                <a:ea typeface="Arial"/>
                <a:cs typeface="Arial"/>
                <a:sym typeface="Arial"/>
              </a:endParaRPr>
            </a:p>
          </p:txBody>
        </p:sp>
        <p:sp>
          <p:nvSpPr>
            <p:cNvPr id="166" name="Google Shape;166;p4"/>
            <p:cNvSpPr txBox="1"/>
            <p:nvPr/>
          </p:nvSpPr>
          <p:spPr>
            <a:xfrm>
              <a:off x="152400" y="361950"/>
              <a:ext cx="3714900" cy="10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013" u="none" cap="none" strike="noStrike">
                  <a:solidFill>
                    <a:srgbClr val="434343"/>
                  </a:solidFill>
                  <a:latin typeface="Google Sans SemiBold"/>
                  <a:ea typeface="Google Sans SemiBold"/>
                  <a:cs typeface="Google Sans SemiBold"/>
                  <a:sym typeface="Google Sans SemiBold"/>
                </a:rPr>
                <a:t>Chemotherapy:</a:t>
              </a:r>
              <a:r>
                <a:rPr b="0" i="0" lang="nl-BE" spc="0" sz="1013" u="none" cap="none" strike="noStrike">
                  <a:solidFill>
                    <a:srgbClr val="666666"/>
                  </a:solidFill>
                  <a:latin typeface="Google Sans"/>
                  <a:ea typeface="Google Sans"/>
                  <a:cs typeface="Google Sans"/>
                  <a:sym typeface="Google Sans"/>
                </a:rPr>
                <a:t> Ifosfamide, Daunorubicine, Cyclofosfamide IV ≤ 1500 mg/m², Cytarabine &gt; 200 mg - &lt; 3 g/m², Methotrexaat IV ≥ 250 mg - &lt; 12 g/m², Irinotecan.</a:t>
              </a:r>
              <a:endParaRPr b="0" i="0" spc="0" sz="1013" u="none" cap="none" strike="noStrike">
                <a:solidFill>
                  <a:srgbClr val="666666"/>
                </a:solidFill>
                <a:latin typeface="Google Sans"/>
                <a:ea typeface="Google Sans"/>
                <a:cs typeface="Google Sans"/>
                <a:sym typeface="Google Sans"/>
              </a:endParaRPr>
            </a:p>
            <a:p>
              <a:pPr indent="0" lvl="0" marL="0" marR="0" rtl="0" algn="l">
                <a:lnSpc>
                  <a:spcPct val="100000"/>
                </a:lnSpc>
                <a:spcBef>
                  <a:spcPts val="480"/>
                </a:spcBef>
                <a:spcAft>
                  <a:spcPts val="0"/>
                </a:spcAft>
                <a:buNone/>
              </a:pPr>
              <a:r>
                <a:rPr b="0" i="0" lang="nl-BE" spc="0" sz="1013" u="none" cap="none" strike="noStrike">
                  <a:solidFill>
                    <a:srgbClr val="B06000"/>
                  </a:solidFill>
                  <a:highlight>
                    <a:srgbClr val="FFFFFF"/>
                  </a:highlight>
                  <a:latin typeface="Google Sans SemiBold"/>
                  <a:ea typeface="Google Sans SemiBold"/>
                  <a:cs typeface="Google Sans SemiBold"/>
                  <a:sym typeface="Google Sans SemiBold"/>
                </a:rPr>
                <a:t>Dual Therapy:</a:t>
              </a:r>
              <a:r>
                <a:rPr b="0" i="0" lang="nl-BE" spc="0" sz="1013" u="none" cap="none" strike="noStrike">
                  <a:solidFill>
                    <a:srgbClr val="666666"/>
                  </a:solidFill>
                  <a:highlight>
                    <a:srgbClr val="FFFFFF"/>
                  </a:highlight>
                  <a:latin typeface="Google Sans"/>
                  <a:ea typeface="Google Sans"/>
                  <a:cs typeface="Google Sans"/>
                  <a:sym typeface="Google Sans"/>
                </a:rPr>
                <a:t> Ondansetron (2x/day) + Dexamethasone OR Aprepitant.</a:t>
              </a:r>
              <a:endParaRPr b="0" i="0" spc="0" sz="1013" u="none" cap="none" strike="noStrike">
                <a:solidFill>
                  <a:srgbClr val="666666"/>
                </a:solidFill>
                <a:highlight>
                  <a:srgbClr val="FFFFFF"/>
                </a:highlight>
                <a:latin typeface="Google Sans"/>
                <a:ea typeface="Google Sans"/>
                <a:cs typeface="Google Sans"/>
                <a:sym typeface="Google Sans"/>
              </a:endParaRPr>
            </a:p>
          </p:txBody>
        </p:sp>
      </p:grpSp>
      <p:grpSp>
        <p:nvGrpSpPr>
          <p:cNvPr id="167" name="Google Shape;167;p4"/>
          <p:cNvGrpSpPr/>
          <p:nvPr/>
        </p:nvGrpSpPr>
        <p:grpSpPr>
          <a:xfrm>
            <a:off x="487680" y="5405120"/>
            <a:ext cx="4287680" cy="1544320"/>
            <a:chOff x="0" y="0"/>
            <a:chExt cx="4019700" cy="1447800"/>
          </a:xfrm>
        </p:grpSpPr>
        <p:sp>
          <p:nvSpPr>
            <p:cNvPr id="168" name="Google Shape;168;p4"/>
            <p:cNvSpPr/>
            <p:nvPr/>
          </p:nvSpPr>
          <p:spPr>
            <a:xfrm>
              <a:off x="0" y="0"/>
              <a:ext cx="4019700" cy="1447800"/>
            </a:xfrm>
            <a:prstGeom prst="roundRect">
              <a:avLst>
                <a:gd fmla="val 6578" name="adj"/>
              </a:avLst>
            </a:prstGeom>
            <a:solidFill>
              <a:srgbClr val="F1F1F1"/>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69" name="Google Shape;169;p4"/>
            <p:cNvSpPr txBox="1"/>
            <p:nvPr/>
          </p:nvSpPr>
          <p:spPr>
            <a:xfrm>
              <a:off x="152400" y="114300"/>
              <a:ext cx="2667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387" u="none" cap="none" strike="noStrike">
                  <a:solidFill>
                    <a:srgbClr val="137333"/>
                  </a:solidFill>
                  <a:latin typeface="Google Sans SemiBold"/>
                  <a:ea typeface="Google Sans SemiBold"/>
                  <a:cs typeface="Google Sans SemiBold"/>
                  <a:sym typeface="Google Sans SemiBold"/>
                </a:rPr>
                <a:t>Laag Emetogeen (LEC)</a:t>
              </a:r>
              <a:endParaRPr b="0" i="0" spc="0" sz="1387" u="none" cap="none" strike="noStrike">
                <a:solidFill>
                  <a:srgbClr val="137333"/>
                </a:solidFill>
                <a:latin typeface="Google Sans SemiBold"/>
                <a:ea typeface="Google Sans SemiBold"/>
                <a:cs typeface="Google Sans SemiBold"/>
                <a:sym typeface="Google Sans SemiBold"/>
              </a:endParaRPr>
            </a:p>
          </p:txBody>
        </p:sp>
        <p:sp>
          <p:nvSpPr>
            <p:cNvPr id="170" name="Google Shape;170;p4"/>
            <p:cNvSpPr/>
            <p:nvPr/>
          </p:nvSpPr>
          <p:spPr>
            <a:xfrm>
              <a:off x="3048000" y="114300"/>
              <a:ext cx="819300" cy="190500"/>
            </a:xfrm>
            <a:prstGeom prst="roundRect">
              <a:avLst>
                <a:gd fmla="val 50000" name="adj"/>
              </a:avLst>
            </a:prstGeom>
            <a:solidFill>
              <a:srgbClr val="E6F4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71" name="Google Shape;171;p4"/>
            <p:cNvSpPr txBox="1"/>
            <p:nvPr/>
          </p:nvSpPr>
          <p:spPr>
            <a:xfrm>
              <a:off x="3048000" y="114300"/>
              <a:ext cx="819300" cy="1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nl-BE" spc="0" sz="907" u="none" cap="none" strike="noStrike">
                  <a:solidFill>
                    <a:srgbClr val="137333"/>
                  </a:solidFill>
                  <a:latin typeface="Google Sans"/>
                  <a:ea typeface="Google Sans"/>
                  <a:cs typeface="Google Sans"/>
                  <a:sym typeface="Google Sans"/>
                </a:rPr>
                <a:t>10–30% Risk</a:t>
              </a:r>
              <a:endParaRPr b="0" i="0" spc="0" sz="1493" u="none" cap="none" strike="noStrike">
                <a:solidFill>
                  <a:srgbClr val="000000"/>
                </a:solidFill>
                <a:latin typeface="Arial"/>
                <a:ea typeface="Arial"/>
                <a:cs typeface="Arial"/>
                <a:sym typeface="Arial"/>
              </a:endParaRPr>
            </a:p>
          </p:txBody>
        </p:sp>
        <p:sp>
          <p:nvSpPr>
            <p:cNvPr id="172" name="Google Shape;172;p4"/>
            <p:cNvSpPr txBox="1"/>
            <p:nvPr/>
          </p:nvSpPr>
          <p:spPr>
            <a:xfrm>
              <a:off x="152400" y="361950"/>
              <a:ext cx="3714900" cy="10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013" u="none" cap="none" strike="noStrike">
                  <a:solidFill>
                    <a:srgbClr val="434343"/>
                  </a:solidFill>
                  <a:latin typeface="Google Sans SemiBold"/>
                  <a:ea typeface="Google Sans SemiBold"/>
                  <a:cs typeface="Google Sans SemiBold"/>
                  <a:sym typeface="Google Sans SemiBold"/>
                </a:rPr>
                <a:t>Chemotherapy:</a:t>
              </a:r>
              <a:r>
                <a:rPr b="0" i="0" lang="nl-BE" spc="0" sz="1013" u="none" cap="none" strike="noStrike">
                  <a:solidFill>
                    <a:srgbClr val="666666"/>
                  </a:solidFill>
                  <a:latin typeface="Google Sans"/>
                  <a:ea typeface="Google Sans"/>
                  <a:cs typeface="Google Sans"/>
                  <a:sym typeface="Google Sans"/>
                </a:rPr>
                <a:t> Vincristine, Etoposide, Cytarabine &lt; 200 mg/m², Methotrexaat &lt; 250 mg/m², Asparaginase, Doxorubicine liposomaal.</a:t>
              </a:r>
              <a:endParaRPr b="0" i="0" spc="0" sz="1013" u="none" cap="none" strike="noStrike">
                <a:solidFill>
                  <a:srgbClr val="666666"/>
                </a:solidFill>
                <a:latin typeface="Google Sans"/>
                <a:ea typeface="Google Sans"/>
                <a:cs typeface="Google Sans"/>
                <a:sym typeface="Google Sans"/>
              </a:endParaRPr>
            </a:p>
            <a:p>
              <a:pPr indent="0" lvl="0" marL="0" marR="0" rtl="0" algn="l">
                <a:lnSpc>
                  <a:spcPct val="100000"/>
                </a:lnSpc>
                <a:spcBef>
                  <a:spcPts val="480"/>
                </a:spcBef>
                <a:spcAft>
                  <a:spcPts val="0"/>
                </a:spcAft>
                <a:buNone/>
              </a:pPr>
              <a:r>
                <a:rPr b="0" i="0" lang="nl-BE" spc="0" sz="1013" u="none" cap="none" strike="noStrike">
                  <a:solidFill>
                    <a:srgbClr val="137333"/>
                  </a:solidFill>
                  <a:highlight>
                    <a:srgbClr val="FFFFFF"/>
                  </a:highlight>
                  <a:latin typeface="Google Sans SemiBold"/>
                  <a:ea typeface="Google Sans SemiBold"/>
                  <a:cs typeface="Google Sans SemiBold"/>
                  <a:sym typeface="Google Sans SemiBold"/>
                </a:rPr>
                <a:t>Monotherapy:</a:t>
              </a:r>
              <a:r>
                <a:rPr b="0" i="0" lang="nl-BE" spc="0" sz="1013" u="none" cap="none" strike="noStrike">
                  <a:solidFill>
                    <a:srgbClr val="666666"/>
                  </a:solidFill>
                  <a:highlight>
                    <a:srgbClr val="FFFFFF"/>
                  </a:highlight>
                  <a:latin typeface="Google Sans"/>
                  <a:ea typeface="Google Sans"/>
                  <a:cs typeface="Google Sans"/>
                  <a:sym typeface="Google Sans"/>
                </a:rPr>
                <a:t> Ondansetron (1x/day) (only on chemotherapy days).</a:t>
              </a:r>
              <a:endParaRPr b="0" i="0" spc="0" sz="1013" u="none" cap="none" strike="noStrike">
                <a:solidFill>
                  <a:srgbClr val="666666"/>
                </a:solidFill>
                <a:highlight>
                  <a:srgbClr val="FFFFFF"/>
                </a:highlight>
                <a:latin typeface="Google Sans"/>
                <a:ea typeface="Google Sans"/>
                <a:cs typeface="Google Sans"/>
                <a:sym typeface="Google Sans"/>
              </a:endParaRPr>
            </a:p>
          </p:txBody>
        </p:sp>
      </p:grpSp>
      <p:grpSp>
        <p:nvGrpSpPr>
          <p:cNvPr id="173" name="Google Shape;173;p4"/>
          <p:cNvGrpSpPr/>
          <p:nvPr/>
        </p:nvGrpSpPr>
        <p:grpSpPr>
          <a:xfrm>
            <a:off x="4978400" y="5405120"/>
            <a:ext cx="4287680" cy="1544320"/>
            <a:chOff x="0" y="0"/>
            <a:chExt cx="4019700" cy="1447800"/>
          </a:xfrm>
        </p:grpSpPr>
        <p:sp>
          <p:nvSpPr>
            <p:cNvPr id="174" name="Google Shape;174;p4"/>
            <p:cNvSpPr/>
            <p:nvPr/>
          </p:nvSpPr>
          <p:spPr>
            <a:xfrm>
              <a:off x="0" y="0"/>
              <a:ext cx="4019700" cy="1447800"/>
            </a:xfrm>
            <a:prstGeom prst="roundRect">
              <a:avLst>
                <a:gd fmla="val 6578" name="adj"/>
              </a:avLst>
            </a:prstGeom>
            <a:solidFill>
              <a:srgbClr val="F1F1F1"/>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75" name="Google Shape;175;p4"/>
            <p:cNvSpPr txBox="1"/>
            <p:nvPr/>
          </p:nvSpPr>
          <p:spPr>
            <a:xfrm>
              <a:off x="152400" y="114300"/>
              <a:ext cx="2667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387" u="none" cap="none" strike="noStrike">
                  <a:solidFill>
                    <a:srgbClr val="555555"/>
                  </a:solidFill>
                  <a:latin typeface="Google Sans SemiBold"/>
                  <a:ea typeface="Google Sans SemiBold"/>
                  <a:cs typeface="Google Sans SemiBold"/>
                  <a:sym typeface="Google Sans SemiBold"/>
                </a:rPr>
                <a:t>Minimaal Emetogeen</a:t>
              </a:r>
              <a:endParaRPr b="0" i="0" spc="0" sz="1387" u="none" cap="none" strike="noStrike">
                <a:solidFill>
                  <a:srgbClr val="555555"/>
                </a:solidFill>
                <a:latin typeface="Google Sans SemiBold"/>
                <a:ea typeface="Google Sans SemiBold"/>
                <a:cs typeface="Google Sans SemiBold"/>
                <a:sym typeface="Google Sans SemiBold"/>
              </a:endParaRPr>
            </a:p>
          </p:txBody>
        </p:sp>
        <p:sp>
          <p:nvSpPr>
            <p:cNvPr id="176" name="Google Shape;176;p4"/>
            <p:cNvSpPr/>
            <p:nvPr/>
          </p:nvSpPr>
          <p:spPr>
            <a:xfrm>
              <a:off x="3143250" y="114300"/>
              <a:ext cx="723900" cy="190500"/>
            </a:xfrm>
            <a:prstGeom prst="roundRect">
              <a:avLst>
                <a:gd fmla="val 50000" name="adj"/>
              </a:avLst>
            </a:prstGeom>
            <a:solidFill>
              <a:srgbClr val="E8E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pc="0" sz="1493" u="none" cap="none" strike="noStrike">
                <a:solidFill>
                  <a:srgbClr val="000000"/>
                </a:solidFill>
                <a:latin typeface="Arial"/>
                <a:ea typeface="Arial"/>
                <a:cs typeface="Arial"/>
                <a:sym typeface="Arial"/>
              </a:endParaRPr>
            </a:p>
          </p:txBody>
        </p:sp>
        <p:sp>
          <p:nvSpPr>
            <p:cNvPr id="177" name="Google Shape;177;p4"/>
            <p:cNvSpPr txBox="1"/>
            <p:nvPr/>
          </p:nvSpPr>
          <p:spPr>
            <a:xfrm>
              <a:off x="3143250" y="114300"/>
              <a:ext cx="723900" cy="1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nl-BE" spc="0" sz="907" u="none" cap="none" strike="noStrike">
                  <a:solidFill>
                    <a:srgbClr val="666666"/>
                  </a:solidFill>
                  <a:latin typeface="Google Sans"/>
                  <a:ea typeface="Google Sans"/>
                  <a:cs typeface="Google Sans"/>
                  <a:sym typeface="Google Sans"/>
                </a:rPr>
                <a:t>&lt;10% Risk</a:t>
              </a:r>
              <a:endParaRPr b="0" i="0" spc="0" sz="1493" u="none" cap="none" strike="noStrike">
                <a:solidFill>
                  <a:srgbClr val="000000"/>
                </a:solidFill>
                <a:latin typeface="Arial"/>
                <a:ea typeface="Arial"/>
                <a:cs typeface="Arial"/>
                <a:sym typeface="Arial"/>
              </a:endParaRPr>
            </a:p>
          </p:txBody>
        </p:sp>
        <p:sp>
          <p:nvSpPr>
            <p:cNvPr id="178" name="Google Shape;178;p4"/>
            <p:cNvSpPr txBox="1"/>
            <p:nvPr/>
          </p:nvSpPr>
          <p:spPr>
            <a:xfrm>
              <a:off x="152400" y="361950"/>
              <a:ext cx="3714900" cy="10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nl-BE" spc="0" sz="1013" u="none" cap="none" strike="noStrike">
                  <a:solidFill>
                    <a:srgbClr val="434343"/>
                  </a:solidFill>
                  <a:latin typeface="Google Sans SemiBold"/>
                  <a:ea typeface="Google Sans SemiBold"/>
                  <a:cs typeface="Google Sans SemiBold"/>
                  <a:sym typeface="Google Sans SemiBold"/>
                </a:rPr>
                <a:t>Chemotherapy:</a:t>
              </a:r>
              <a:r>
                <a:rPr b="0" i="0" lang="nl-BE" spc="0" sz="1013" u="none" cap="none" strike="noStrike">
                  <a:solidFill>
                    <a:srgbClr val="666666"/>
                  </a:solidFill>
                  <a:latin typeface="Google Sans"/>
                  <a:ea typeface="Google Sans"/>
                  <a:cs typeface="Google Sans"/>
                  <a:sym typeface="Google Sans"/>
                </a:rPr>
                <a:t> Bleomycine, Rituximab, Bortezomib, Fludarabine, Methotrexaat &lt; 50 mg/m², Gemtuzumab ozogamicin.</a:t>
              </a:r>
              <a:endParaRPr b="0" i="0" spc="0" sz="1013" u="none" cap="none" strike="noStrike">
                <a:solidFill>
                  <a:srgbClr val="666666"/>
                </a:solidFill>
                <a:latin typeface="Google Sans"/>
                <a:ea typeface="Google Sans"/>
                <a:cs typeface="Google Sans"/>
                <a:sym typeface="Google Sans"/>
              </a:endParaRPr>
            </a:p>
            <a:p>
              <a:pPr indent="0" lvl="0" marL="0" marR="0" rtl="0" algn="l">
                <a:lnSpc>
                  <a:spcPct val="100000"/>
                </a:lnSpc>
                <a:spcBef>
                  <a:spcPts val="480"/>
                </a:spcBef>
                <a:spcAft>
                  <a:spcPts val="0"/>
                </a:spcAft>
                <a:buNone/>
              </a:pPr>
              <a:r>
                <a:rPr b="0" i="0" lang="nl-BE" spc="0" sz="1013" u="none" cap="none" strike="noStrike">
                  <a:solidFill>
                    <a:srgbClr val="555555"/>
                  </a:solidFill>
                  <a:highlight>
                    <a:srgbClr val="FFFFFF"/>
                  </a:highlight>
                  <a:latin typeface="Google Sans SemiBold"/>
                  <a:ea typeface="Google Sans SemiBold"/>
                  <a:cs typeface="Google Sans SemiBold"/>
                  <a:sym typeface="Google Sans SemiBold"/>
                </a:rPr>
                <a:t>No standard prophylaxis:</a:t>
              </a:r>
              <a:r>
                <a:rPr b="0" i="0" lang="nl-BE" spc="0" sz="1013" u="none" cap="none" strike="noStrike">
                  <a:solidFill>
                    <a:srgbClr val="666666"/>
                  </a:solidFill>
                  <a:highlight>
                    <a:srgbClr val="FFFFFF"/>
                  </a:highlight>
                  <a:latin typeface="Google Sans"/>
                  <a:ea typeface="Google Sans"/>
                  <a:cs typeface="Google Sans"/>
                  <a:sym typeface="Google Sans"/>
                </a:rPr>
                <a:t> (rescue medication on demand).</a:t>
              </a:r>
              <a:endParaRPr b="0" i="0" spc="0" sz="1013" u="none" cap="none" strike="noStrike">
                <a:solidFill>
                  <a:srgbClr val="666666"/>
                </a:solidFill>
                <a:highlight>
                  <a:srgbClr val="FFFFFF"/>
                </a:highlight>
                <a:latin typeface="Google Sans"/>
                <a:ea typeface="Google Sans"/>
                <a:cs typeface="Google Sans"/>
                <a:sym typeface="Google Sans"/>
              </a:endParaRPr>
            </a:p>
          </p:txBody>
        </p:sp>
      </p:grpSp>
      <p:grpSp>
        <p:nvGrpSpPr>
          <p:cNvPr id="179" name="Google Shape;179;p4"/>
          <p:cNvGrpSpPr/>
          <p:nvPr/>
        </p:nvGrpSpPr>
        <p:grpSpPr>
          <a:xfrm>
            <a:off x="487680" y="7051040"/>
            <a:ext cx="8778240" cy="406240"/>
            <a:chOff x="0" y="0"/>
            <a:chExt cx="8229600" cy="380850"/>
          </a:xfrm>
        </p:grpSpPr>
        <p:cxnSp>
          <p:nvCxnSpPr>
            <p:cNvPr id="180" name="Google Shape;180;p4"/>
            <p:cNvCxnSpPr/>
            <p:nvPr/>
          </p:nvCxnSpPr>
          <p:spPr>
            <a:xfrm>
              <a:off x="0" y="0"/>
              <a:ext cx="8229600" cy="0"/>
            </a:xfrm>
            <a:prstGeom prst="straightConnector1">
              <a:avLst/>
            </a:prstGeom>
            <a:solidFill>
              <a:srgbClr val="FFFFFF"/>
            </a:solidFill>
            <a:ln cap="flat" cmpd="sng" w="9525">
              <a:solidFill>
                <a:srgbClr val="E0E0E0"/>
              </a:solidFill>
              <a:prstDash val="solid"/>
              <a:round/>
              <a:headEnd len="sm" w="sm" type="none"/>
              <a:tailEnd len="sm" w="sm" type="none"/>
            </a:ln>
          </p:spPr>
        </p:cxnSp>
        <p:sp>
          <p:nvSpPr>
            <p:cNvPr id="181" name="Google Shape;181;p4"/>
            <p:cNvSpPr txBox="1"/>
            <p:nvPr/>
          </p:nvSpPr>
          <p:spPr>
            <a:xfrm>
              <a:off x="0" y="76200"/>
              <a:ext cx="8229600" cy="3046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nl-BE" spc="0" sz="907" u="none" cap="none" strike="noStrike">
                  <a:solidFill>
                    <a:srgbClr val="1A73E8"/>
                  </a:solidFill>
                  <a:latin typeface="Google Sans"/>
                  <a:ea typeface="Google Sans"/>
                  <a:cs typeface="Google Sans"/>
                  <a:sym typeface="Google Sans"/>
                </a:rPr>
                <a:t>Technical Rule:</a:t>
              </a:r>
              <a:r>
                <a:rPr b="0" i="0" lang="nl-BE" spc="0" sz="907" u="none" cap="none" strike="noStrike">
                  <a:solidFill>
                    <a:srgbClr val="888888"/>
                  </a:solidFill>
                  <a:latin typeface="Google Sans Medium"/>
                  <a:ea typeface="Google Sans Medium"/>
                  <a:cs typeface="Google Sans Medium"/>
                  <a:sym typeface="Google Sans Medium"/>
                </a:rPr>
                <a:t> Candidates must model these tiers algorithmically rather than relying on LLM intuition. </a:t>
              </a:r>
              <a:r>
                <a:rPr b="0" i="0" lang="nl-BE" spc="0" sz="1100" u="none" cap="none" strike="noStrike">
                  <a:solidFill>
                    <a:srgbClr val="000000"/>
                  </a:solidFill>
                  <a:latin typeface="Arial"/>
                  <a:ea typeface="Arial"/>
                  <a:cs typeface="Arial"/>
                  <a:sym typeface="Arial"/>
                </a:rPr>
                <a:t>The sources used to develop the hospital guidelines were</a:t>
              </a:r>
              <a:r>
                <a:rPr b="0" i="0" lang="nl-BE" spc="0" sz="907" u="none" cap="none" strike="noStrike">
                  <a:solidFill>
                    <a:srgbClr val="888888"/>
                  </a:solidFill>
                  <a:latin typeface="Google Sans Medium"/>
                  <a:ea typeface="Google Sans Medium"/>
                  <a:cs typeface="Google Sans Medium"/>
                  <a:sym typeface="Google Sans Medium"/>
                </a:rPr>
                <a:t> : POGO guidelines, cancer.org: emetog</a:t>
              </a:r>
              <a:r>
                <a:rPr lang="nl-BE" sz="907">
                  <a:solidFill>
                    <a:srgbClr val="888888"/>
                  </a:solidFill>
                  <a:latin typeface="Google Sans Medium"/>
                  <a:ea typeface="Google Sans Medium"/>
                  <a:cs typeface="Google Sans Medium"/>
                  <a:sym typeface="Google Sans Medium"/>
                </a:rPr>
                <a:t>e</a:t>
              </a:r>
              <a:r>
                <a:rPr b="0" i="0" lang="nl-BE" spc="0" sz="907" u="none" cap="none" strike="noStrike">
                  <a:solidFill>
                    <a:srgbClr val="888888"/>
                  </a:solidFill>
                  <a:latin typeface="Google Sans Medium"/>
                  <a:ea typeface="Google Sans Medium"/>
                  <a:cs typeface="Google Sans Medium"/>
                  <a:sym typeface="Google Sans Medium"/>
                </a:rPr>
                <a:t>nicity of combination therapies in children, bcfi </a:t>
              </a:r>
              <a:endParaRPr b="0" i="0" spc="0" sz="1493" u="none" cap="none" strike="noStrike">
                <a:solidFill>
                  <a:srgbClr val="000000"/>
                </a:solidFill>
                <a:latin typeface="Arial"/>
                <a:ea typeface="Arial"/>
                <a:cs typeface="Arial"/>
                <a:sym typeface="Arial"/>
              </a:endParaRPr>
            </a:p>
          </p:txBody>
        </p:sp>
      </p:grpSp>
      <p:pic>
        <p:nvPicPr>
          <p:cNvPr descr="Afbeelding met Graphics, clipart, illustratie, ontwerp&#10;&#10;Automatisch gegenereerde beschrijving" id="182" name="Google Shape;182;p4"/>
          <p:cNvPicPr preferRelativeResize="0"/>
          <p:nvPr/>
        </p:nvPicPr>
        <p:blipFill rotWithShape="1">
          <a:blip r:embed="rId3">
            <a:alphaModFix/>
          </a:blip>
          <a:srcRect b="0" l="0" r="0" t="0"/>
          <a:stretch/>
        </p:blipFill>
        <p:spPr>
          <a:xfrm>
            <a:off x="650240" y="1986056"/>
            <a:ext cx="1985359" cy="823087"/>
          </a:xfrm>
          <a:prstGeom prst="rect">
            <a:avLst/>
          </a:prstGeom>
          <a:noFill/>
          <a:ln>
            <a:noFill/>
          </a:ln>
        </p:spPr>
      </p:pic>
      <p:pic>
        <p:nvPicPr>
          <p:cNvPr descr="Afbeelding met Lettertype, logo, Graphics, symbool&#10;&#10;Automatisch gegenereerde beschrijving" id="183" name="Google Shape;183;p4"/>
          <p:cNvPicPr preferRelativeResize="0"/>
          <p:nvPr/>
        </p:nvPicPr>
        <p:blipFill rotWithShape="1">
          <a:blip r:embed="rId4">
            <a:alphaModFix/>
          </a:blip>
          <a:srcRect b="0" l="0" r="0" t="0"/>
          <a:stretch/>
        </p:blipFill>
        <p:spPr>
          <a:xfrm>
            <a:off x="562227" y="8637057"/>
            <a:ext cx="1514304" cy="647785"/>
          </a:xfrm>
          <a:prstGeom prst="rect">
            <a:avLst/>
          </a:prstGeom>
          <a:noFill/>
          <a:ln>
            <a:noFill/>
          </a:ln>
        </p:spPr>
      </p:pic>
      <p:sp>
        <p:nvSpPr>
          <p:cNvPr id="184" name="Google Shape;184;p4"/>
          <p:cNvSpPr/>
          <p:nvPr/>
        </p:nvSpPr>
        <p:spPr>
          <a:xfrm>
            <a:off x="3329776" y="8875433"/>
            <a:ext cx="6428047" cy="932317"/>
          </a:xfrm>
          <a:custGeom>
            <a:rect b="b" l="l" r="r" t="t"/>
            <a:pathLst>
              <a:path extrusionOk="0" h="951344" w="6559232">
                <a:moveTo>
                  <a:pt x="6559220" y="951344"/>
                </a:moveTo>
                <a:lnTo>
                  <a:pt x="6559233" y="26"/>
                </a:lnTo>
                <a:cubicBezTo>
                  <a:pt x="6559233" y="13"/>
                  <a:pt x="4693412" y="0"/>
                  <a:pt x="4693412" y="0"/>
                </a:cubicBezTo>
                <a:lnTo>
                  <a:pt x="945045" y="0"/>
                </a:lnTo>
                <a:cubicBezTo>
                  <a:pt x="694411" y="0"/>
                  <a:pt x="454025" y="100051"/>
                  <a:pt x="276796" y="278130"/>
                </a:cubicBezTo>
                <a:cubicBezTo>
                  <a:pt x="99568" y="456222"/>
                  <a:pt x="0" y="697751"/>
                  <a:pt x="0" y="949604"/>
                </a:cubicBezTo>
                <a:cubicBezTo>
                  <a:pt x="0" y="950189"/>
                  <a:pt x="38" y="950760"/>
                  <a:pt x="38" y="951344"/>
                </a:cubicBezTo>
                <a:lnTo>
                  <a:pt x="6559220" y="951344"/>
                </a:lnTo>
                <a:close/>
              </a:path>
            </a:pathLst>
          </a:custGeom>
          <a:gradFill>
            <a:gsLst>
              <a:gs pos="0">
                <a:srgbClr val="FBBC04"/>
              </a:gs>
              <a:gs pos="100000">
                <a:srgbClr val="EA4335"/>
              </a:gs>
            </a:gsLst>
            <a:lin ang="0" scaled="0"/>
          </a:gradFill>
          <a:ln>
            <a:noFill/>
          </a:ln>
        </p:spPr>
        <p:txBody>
          <a:bodyPr anchorCtr="0" anchor="ctr" bIns="44750" lIns="89550" spcFirstLastPara="1" rIns="89550" wrap="square" tIns="44750">
            <a:noAutofit/>
          </a:bodyPr>
          <a:lstStyle/>
          <a:p>
            <a:pPr indent="0" lvl="0" marL="0" marR="0" rtl="0" algn="l">
              <a:lnSpc>
                <a:spcPct val="100000"/>
              </a:lnSpc>
              <a:spcBef>
                <a:spcPts val="0"/>
              </a:spcBef>
              <a:spcAft>
                <a:spcPts val="0"/>
              </a:spcAft>
              <a:buClr>
                <a:srgbClr val="000000"/>
              </a:buClr>
              <a:buSzPts val="1828"/>
              <a:buFont typeface="Arial"/>
              <a:buNone/>
            </a:pPr>
            <a:r>
              <a:t/>
            </a:r>
            <a:endParaRPr b="0" i="0" spc="0" sz="1828" u="none" cap="none" strike="noStrike">
              <a:solidFill>
                <a:srgbClr val="000000"/>
              </a:solidFill>
              <a:latin typeface="Arial"/>
              <a:ea typeface="Arial"/>
              <a:cs typeface="Arial"/>
              <a:sym typeface="Arial"/>
            </a:endParaRPr>
          </a:p>
        </p:txBody>
      </p:sp>
      <p:pic>
        <p:nvPicPr>
          <p:cNvPr id="185" name="Google Shape;185;p4" title="Gen_16x9_61_NO BG_Regular_RGB.png"/>
          <p:cNvPicPr preferRelativeResize="0"/>
          <p:nvPr/>
        </p:nvPicPr>
        <p:blipFill rotWithShape="1">
          <a:blip r:embed="rId5">
            <a:alphaModFix/>
          </a:blip>
          <a:srcRect b="54494" l="-4701" r="-3127" t="-4877"/>
          <a:stretch/>
        </p:blipFill>
        <p:spPr>
          <a:xfrm>
            <a:off x="1899530" y="7566100"/>
            <a:ext cx="4872900" cy="2241300"/>
          </a:xfrm>
          <a:prstGeom prst="roundRect">
            <a:avLst>
              <a:gd fmla="val 0"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5"/>
          <p:cNvSpPr txBox="1"/>
          <p:nvPr>
            <p:ph idx="1" type="body"/>
          </p:nvPr>
        </p:nvSpPr>
        <p:spPr>
          <a:xfrm>
            <a:off x="552090" y="2357460"/>
            <a:ext cx="8612614" cy="668020"/>
          </a:xfrm>
          <a:prstGeom prst="rect">
            <a:avLst/>
          </a:prstGeom>
          <a:noFill/>
          <a:ln>
            <a:noFill/>
          </a:ln>
        </p:spPr>
        <p:txBody>
          <a:bodyPr anchorCtr="0" anchor="b" bIns="122800" lIns="122800" spcFirstLastPara="1" rIns="122800" wrap="square" tIns="122800">
            <a:normAutofit fontScale="85000" lnSpcReduction="20000"/>
          </a:bodyPr>
          <a:lstStyle/>
          <a:p>
            <a:pPr indent="0" lvl="0" marL="0" rtl="0" algn="l">
              <a:lnSpc>
                <a:spcPct val="115000"/>
              </a:lnSpc>
              <a:spcBef>
                <a:spcPts val="0"/>
              </a:spcBef>
              <a:spcAft>
                <a:spcPts val="0"/>
              </a:spcAft>
              <a:buSzPct val="88897"/>
              <a:buNone/>
            </a:pPr>
            <a:r>
              <a:rPr lang="nl-BE" sz="3200"/>
              <a:t>	</a:t>
            </a:r>
            <a:endParaRPr/>
          </a:p>
        </p:txBody>
      </p:sp>
      <p:sp>
        <p:nvSpPr>
          <p:cNvPr id="192" name="Google Shape;192;p5"/>
          <p:cNvSpPr txBox="1"/>
          <p:nvPr/>
        </p:nvSpPr>
        <p:spPr>
          <a:xfrm>
            <a:off x="552090" y="3246792"/>
            <a:ext cx="1810953" cy="393682"/>
          </a:xfrm>
          <a:prstGeom prst="rect">
            <a:avLst/>
          </a:prstGeom>
          <a:noFill/>
          <a:ln>
            <a:noFill/>
          </a:ln>
        </p:spPr>
        <p:txBody>
          <a:bodyPr anchorCtr="0" anchor="b"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600"/>
              <a:buFont typeface="Arial"/>
              <a:buNone/>
            </a:pPr>
            <a:r>
              <a:rPr b="0" i="0" lang="nl-BE" spc="0" sz="1600" u="none" cap="none" strike="noStrike">
                <a:solidFill>
                  <a:schemeClr val="dk2"/>
                </a:solidFill>
                <a:latin typeface="Google Sans"/>
                <a:ea typeface="Google Sans"/>
                <a:cs typeface="Google Sans"/>
                <a:sym typeface="Google Sans"/>
              </a:rPr>
              <a:t>Who will benefit? </a:t>
            </a:r>
            <a:endParaRPr/>
          </a:p>
        </p:txBody>
      </p:sp>
      <p:sp>
        <p:nvSpPr>
          <p:cNvPr id="193" name="Google Shape;193;p5"/>
          <p:cNvSpPr txBox="1"/>
          <p:nvPr/>
        </p:nvSpPr>
        <p:spPr>
          <a:xfrm>
            <a:off x="3226116" y="4962628"/>
            <a:ext cx="4507095" cy="66802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40"/>
              <a:buFont typeface="Arial"/>
              <a:buNone/>
            </a:pPr>
            <a:r>
              <a:t/>
            </a:r>
            <a:endParaRPr b="0" i="0" spc="0" sz="1440" u="none" cap="none" strike="noStrike">
              <a:solidFill>
                <a:schemeClr val="accent6"/>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1600"/>
              <a:buFont typeface="Arial"/>
              <a:buNone/>
            </a:pPr>
            <a:r>
              <a:rPr b="0" i="0" lang="nl-BE" spc="0" sz="1600" u="none" cap="none" strike="noStrike">
                <a:solidFill>
                  <a:schemeClr val="dk2"/>
                </a:solidFill>
                <a:latin typeface="Google Sans"/>
                <a:ea typeface="Google Sans"/>
                <a:cs typeface="Google Sans"/>
                <a:sym typeface="Google Sans"/>
              </a:rPr>
              <a:t>Caregivers will have improved and consistent advice for medication management at home</a:t>
            </a:r>
            <a:endParaRPr/>
          </a:p>
        </p:txBody>
      </p:sp>
      <p:sp>
        <p:nvSpPr>
          <p:cNvPr id="194" name="Google Shape;194;p5"/>
          <p:cNvSpPr txBox="1"/>
          <p:nvPr/>
        </p:nvSpPr>
        <p:spPr>
          <a:xfrm>
            <a:off x="3226116" y="4023361"/>
            <a:ext cx="4350341" cy="562124"/>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Clr>
                <a:srgbClr val="000000"/>
              </a:buClr>
              <a:buSzPts val="1600"/>
              <a:buFont typeface="Arial"/>
              <a:buNone/>
            </a:pPr>
            <a:r>
              <a:rPr b="0" i="0" lang="nl-BE" spc="0" sz="1600" u="none" cap="none" strike="noStrike">
                <a:solidFill>
                  <a:schemeClr val="dk2"/>
                </a:solidFill>
                <a:latin typeface="Google Sans"/>
                <a:ea typeface="Google Sans"/>
                <a:cs typeface="Google Sans"/>
                <a:sym typeface="Google Sans"/>
              </a:rPr>
              <a:t>Patients will have improved symptom control, comfort and quality of life</a:t>
            </a:r>
            <a:endParaRPr/>
          </a:p>
        </p:txBody>
      </p:sp>
      <p:sp>
        <p:nvSpPr>
          <p:cNvPr id="195" name="Google Shape;195;p5"/>
          <p:cNvSpPr txBox="1"/>
          <p:nvPr/>
        </p:nvSpPr>
        <p:spPr>
          <a:xfrm>
            <a:off x="3226116" y="6007793"/>
            <a:ext cx="4846730" cy="977922"/>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Clr>
                <a:srgbClr val="000000"/>
              </a:buClr>
              <a:buSzPts val="1600"/>
              <a:buFont typeface="Arial"/>
              <a:buNone/>
            </a:pPr>
            <a:r>
              <a:rPr b="0" i="0" lang="nl-BE" spc="0" sz="1600" u="none" cap="none" strike="noStrike">
                <a:solidFill>
                  <a:schemeClr val="dk2"/>
                </a:solidFill>
                <a:latin typeface="Google Sans Medium"/>
                <a:ea typeface="Google Sans Medium"/>
                <a:cs typeface="Google Sans Medium"/>
                <a:sym typeface="Google Sans Medium"/>
              </a:rPr>
              <a:t>Healthcare professionals benefit by a strong support in clinical decision-making, reduced variability and increased consistency in prescribing practices</a:t>
            </a:r>
            <a:endParaRPr b="0" i="0" spc="0" sz="1600" u="none" cap="none" strike="noStrike">
              <a:solidFill>
                <a:schemeClr val="dk2"/>
              </a:solidFill>
              <a:latin typeface="Google Sans Medium"/>
              <a:ea typeface="Google Sans Medium"/>
              <a:cs typeface="Google Sans Medium"/>
              <a:sym typeface="Google Sans Medium"/>
            </a:endParaRPr>
          </a:p>
        </p:txBody>
      </p:sp>
      <p:pic>
        <p:nvPicPr>
          <p:cNvPr id="196" name="Google Shape;196;p5"/>
          <p:cNvPicPr preferRelativeResize="0"/>
          <p:nvPr/>
        </p:nvPicPr>
        <p:blipFill rotWithShape="1">
          <a:blip r:embed="rId3">
            <a:alphaModFix/>
          </a:blip>
          <a:srcRect b="46000" l="0" r="0" t="0"/>
          <a:stretch/>
        </p:blipFill>
        <p:spPr>
          <a:xfrm>
            <a:off x="847448" y="6007792"/>
            <a:ext cx="1810953" cy="977922"/>
          </a:xfrm>
          <a:prstGeom prst="rect">
            <a:avLst/>
          </a:prstGeom>
          <a:noFill/>
          <a:ln>
            <a:noFill/>
          </a:ln>
        </p:spPr>
      </p:pic>
      <p:pic>
        <p:nvPicPr>
          <p:cNvPr id="197" name="Google Shape;197;p5"/>
          <p:cNvPicPr preferRelativeResize="0"/>
          <p:nvPr/>
        </p:nvPicPr>
        <p:blipFill rotWithShape="1">
          <a:blip r:embed="rId4">
            <a:alphaModFix/>
          </a:blip>
          <a:srcRect b="33704" l="0" r="0" t="0"/>
          <a:stretch/>
        </p:blipFill>
        <p:spPr>
          <a:xfrm>
            <a:off x="988891" y="4876800"/>
            <a:ext cx="1528067" cy="1013056"/>
          </a:xfrm>
          <a:prstGeom prst="rect">
            <a:avLst/>
          </a:prstGeom>
          <a:noFill/>
          <a:ln>
            <a:noFill/>
          </a:ln>
        </p:spPr>
      </p:pic>
      <p:pic>
        <p:nvPicPr>
          <p:cNvPr id="198" name="Google Shape;198;p5"/>
          <p:cNvPicPr preferRelativeResize="0"/>
          <p:nvPr/>
        </p:nvPicPr>
        <p:blipFill rotWithShape="1">
          <a:blip r:embed="rId5">
            <a:alphaModFix/>
          </a:blip>
          <a:srcRect b="39736" l="0" r="0" t="0"/>
          <a:stretch/>
        </p:blipFill>
        <p:spPr>
          <a:xfrm>
            <a:off x="988890" y="3799881"/>
            <a:ext cx="1622717" cy="977922"/>
          </a:xfrm>
          <a:prstGeom prst="rect">
            <a:avLst/>
          </a:prstGeom>
          <a:noFill/>
          <a:ln>
            <a:noFill/>
          </a:ln>
        </p:spPr>
      </p:pic>
      <p:pic>
        <p:nvPicPr>
          <p:cNvPr descr="Afbeelding met Lettertype, logo, Graphics, symbool&#10;&#10;Automatisch gegenereerde beschrijving" id="199" name="Google Shape;199;p5"/>
          <p:cNvPicPr preferRelativeResize="0"/>
          <p:nvPr/>
        </p:nvPicPr>
        <p:blipFill rotWithShape="1">
          <a:blip r:embed="rId6">
            <a:alphaModFix/>
          </a:blip>
          <a:srcRect b="0" l="0" r="0" t="0"/>
          <a:stretch/>
        </p:blipFill>
        <p:spPr>
          <a:xfrm>
            <a:off x="562227" y="8637057"/>
            <a:ext cx="1514304" cy="647785"/>
          </a:xfrm>
          <a:prstGeom prst="rect">
            <a:avLst/>
          </a:prstGeom>
          <a:noFill/>
          <a:ln>
            <a:noFill/>
          </a:ln>
        </p:spPr>
      </p:pic>
      <p:pic>
        <p:nvPicPr>
          <p:cNvPr descr="Afbeelding met Graphics, clipart, illustratie, ontwerp&#10;&#10;Automatisch gegenereerde beschrijving" id="200" name="Google Shape;200;p5"/>
          <p:cNvPicPr preferRelativeResize="0"/>
          <p:nvPr/>
        </p:nvPicPr>
        <p:blipFill rotWithShape="1">
          <a:blip r:embed="rId7">
            <a:alphaModFix/>
          </a:blip>
          <a:srcRect b="0" l="0" r="0" t="0"/>
          <a:stretch/>
        </p:blipFill>
        <p:spPr>
          <a:xfrm>
            <a:off x="341787" y="1241131"/>
            <a:ext cx="4350341" cy="18035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h2970144f53c11804_0_20"/>
          <p:cNvSpPr txBox="1"/>
          <p:nvPr/>
        </p:nvSpPr>
        <p:spPr>
          <a:xfrm>
            <a:off x="5112244" y="338050"/>
            <a:ext cx="4079100" cy="348900"/>
          </a:xfrm>
          <a:prstGeom prst="rect">
            <a:avLst/>
          </a:prstGeom>
          <a:noFill/>
          <a:ln>
            <a:noFill/>
          </a:ln>
        </p:spPr>
        <p:txBody>
          <a:bodyPr anchorCtr="0" anchor="t" bIns="86375" lIns="86375" spcFirstLastPara="1" rIns="86375" wrap="square" tIns="86375">
            <a:spAutoFit/>
          </a:bodyPr>
          <a:lstStyle/>
          <a:p>
            <a:pPr indent="0" lvl="0" marL="0" marR="0" rtl="0" algn="r">
              <a:lnSpc>
                <a:spcPct val="100000"/>
              </a:lnSpc>
              <a:spcBef>
                <a:spcPts val="0"/>
              </a:spcBef>
              <a:spcAft>
                <a:spcPts val="0"/>
              </a:spcAft>
              <a:buClr>
                <a:srgbClr val="000000"/>
              </a:buClr>
              <a:buSzPts val="1134"/>
              <a:buFont typeface="Arial"/>
              <a:buNone/>
            </a:pPr>
            <a:r>
              <a:rPr b="0" i="0" lang="nl-BE" spc="0" sz="1134" u="none" cap="none" strike="noStrike">
                <a:solidFill>
                  <a:srgbClr val="212226"/>
                </a:solidFill>
                <a:latin typeface="Google Sans Flex Medium"/>
                <a:ea typeface="Google Sans Flex Medium"/>
                <a:cs typeface="Google Sans Flex Medium"/>
                <a:sym typeface="Google Sans Flex Medium"/>
              </a:rPr>
              <a:t>Hacking for Good </a:t>
            </a:r>
            <a:r>
              <a:rPr b="0" i="0" lang="nl-BE" spc="0" sz="1134" u="none" cap="none" strike="noStrike">
                <a:solidFill>
                  <a:srgbClr val="000000"/>
                </a:solidFill>
                <a:latin typeface="Google Sans Flex Medium"/>
                <a:ea typeface="Google Sans Flex Medium"/>
                <a:cs typeface="Google Sans Flex Medium"/>
                <a:sym typeface="Google Sans Flex Medium"/>
              </a:rPr>
              <a:t>| </a:t>
            </a:r>
            <a:r>
              <a:rPr b="0" i="0" lang="nl-BE" spc="0" sz="1134" u="none" cap="none" strike="noStrike">
                <a:solidFill>
                  <a:srgbClr val="212226"/>
                </a:solidFill>
                <a:latin typeface="Google Sans Flex Medium"/>
                <a:ea typeface="Google Sans Flex Medium"/>
                <a:cs typeface="Google Sans Flex Medium"/>
                <a:sym typeface="Google Sans Flex Medium"/>
              </a:rPr>
              <a:t>Solve with Google 2026</a:t>
            </a:r>
            <a:endParaRPr b="0" i="0" spc="0" sz="1134" u="none" cap="none" strike="noStrike">
              <a:solidFill>
                <a:srgbClr val="212226"/>
              </a:solidFill>
              <a:latin typeface="Google Sans Flex Medium"/>
              <a:ea typeface="Google Sans Flex Medium"/>
              <a:cs typeface="Google Sans Flex Medium"/>
              <a:sym typeface="Google Sans Flex Medium"/>
            </a:endParaRPr>
          </a:p>
        </p:txBody>
      </p:sp>
      <p:pic>
        <p:nvPicPr>
          <p:cNvPr id="206" name="Google Shape;206;h2970144f53c11804_0_20" title="Google_HackingforGood-Logos_RGB.png"/>
          <p:cNvPicPr preferRelativeResize="0"/>
          <p:nvPr/>
        </p:nvPicPr>
        <p:blipFill rotWithShape="1">
          <a:blip r:embed="rId3">
            <a:alphaModFix/>
          </a:blip>
          <a:srcRect b="-20279" l="-2433" r="-2907" t="0"/>
          <a:stretch/>
        </p:blipFill>
        <p:spPr>
          <a:xfrm>
            <a:off x="367500" y="186175"/>
            <a:ext cx="4877174" cy="652650"/>
          </a:xfrm>
          <a:prstGeom prst="rect">
            <a:avLst/>
          </a:prstGeom>
          <a:noFill/>
          <a:ln>
            <a:noFill/>
          </a:ln>
        </p:spPr>
      </p:pic>
      <p:sp>
        <p:nvSpPr>
          <p:cNvPr id="207" name="Google Shape;207;h2970144f53c11804_0_20"/>
          <p:cNvSpPr txBox="1"/>
          <p:nvPr/>
        </p:nvSpPr>
        <p:spPr>
          <a:xfrm>
            <a:off x="1084413" y="3908936"/>
            <a:ext cx="59484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nl-BE" sz="2200">
                <a:solidFill>
                  <a:srgbClr val="073B8F"/>
                </a:solidFill>
                <a:latin typeface="Google Sans"/>
                <a:ea typeface="Google Sans"/>
                <a:cs typeface="Google Sans"/>
                <a:sym typeface="Google Sans"/>
              </a:rPr>
              <a:t>Practical Information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grpSp>
        <p:nvGrpSpPr>
          <p:cNvPr id="212" name="Google Shape;212;h2970144f53c11804_0_196"/>
          <p:cNvGrpSpPr/>
          <p:nvPr/>
        </p:nvGrpSpPr>
        <p:grpSpPr>
          <a:xfrm>
            <a:off x="0" y="0"/>
            <a:ext cx="9753905" cy="108658"/>
            <a:chOff x="0" y="0"/>
            <a:chExt cx="9144000" cy="57300"/>
          </a:xfrm>
        </p:grpSpPr>
        <p:sp>
          <p:nvSpPr>
            <p:cNvPr id="213" name="Google Shape;213;h2970144f53c11804_0_196"/>
            <p:cNvSpPr/>
            <p:nvPr/>
          </p:nvSpPr>
          <p:spPr>
            <a:xfrm>
              <a:off x="0" y="0"/>
              <a:ext cx="2286000" cy="57300"/>
            </a:xfrm>
            <a:prstGeom prst="rect">
              <a:avLst/>
            </a:prstGeom>
            <a:solidFill>
              <a:srgbClr val="4285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h2970144f53c11804_0_196"/>
            <p:cNvSpPr/>
            <p:nvPr/>
          </p:nvSpPr>
          <p:spPr>
            <a:xfrm>
              <a:off x="2286000" y="0"/>
              <a:ext cx="2286000" cy="57300"/>
            </a:xfrm>
            <a:prstGeom prst="rect">
              <a:avLst/>
            </a:prstGeom>
            <a:solidFill>
              <a:srgbClr val="A608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h2970144f53c11804_0_196"/>
            <p:cNvSpPr/>
            <p:nvPr/>
          </p:nvSpPr>
          <p:spPr>
            <a:xfrm>
              <a:off x="4572000" y="0"/>
              <a:ext cx="2286000" cy="57300"/>
            </a:xfrm>
            <a:prstGeom prst="rect">
              <a:avLst/>
            </a:prstGeom>
            <a:solidFill>
              <a:srgbClr val="B06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h2970144f53c11804_0_196"/>
            <p:cNvSpPr/>
            <p:nvPr/>
          </p:nvSpPr>
          <p:spPr>
            <a:xfrm>
              <a:off x="6858000" y="0"/>
              <a:ext cx="2286000" cy="57300"/>
            </a:xfrm>
            <a:prstGeom prst="rect">
              <a:avLst/>
            </a:prstGeom>
            <a:solidFill>
              <a:srgbClr val="137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17" name="Google Shape;217;h2970144f53c11804_0_196"/>
          <p:cNvGrpSpPr/>
          <p:nvPr/>
        </p:nvGrpSpPr>
        <p:grpSpPr>
          <a:xfrm>
            <a:off x="6116160" y="451271"/>
            <a:ext cx="3149858" cy="433494"/>
            <a:chOff x="0" y="0"/>
            <a:chExt cx="2952900" cy="228600"/>
          </a:xfrm>
        </p:grpSpPr>
        <p:sp>
          <p:nvSpPr>
            <p:cNvPr id="218" name="Google Shape;218;h2970144f53c11804_0_196"/>
            <p:cNvSpPr/>
            <p:nvPr/>
          </p:nvSpPr>
          <p:spPr>
            <a:xfrm>
              <a:off x="0" y="0"/>
              <a:ext cx="2952900" cy="228600"/>
            </a:xfrm>
            <a:prstGeom prst="roundRect">
              <a:avLst>
                <a:gd fmla="val 50000" name="adj"/>
              </a:avLst>
            </a:prstGeom>
            <a:solidFill>
              <a:srgbClr val="E1F5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h2970144f53c11804_0_196"/>
            <p:cNvSpPr txBox="1"/>
            <p:nvPr/>
          </p:nvSpPr>
          <p:spPr>
            <a:xfrm>
              <a:off x="0" y="0"/>
              <a:ext cx="295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nl-BE" sz="1200">
                  <a:solidFill>
                    <a:srgbClr val="4285F4"/>
                  </a:solidFill>
                  <a:latin typeface="Google Sans SemiBold"/>
                  <a:ea typeface="Google Sans SemiBold"/>
                  <a:cs typeface="Google Sans SemiBold"/>
                  <a:sym typeface="Google Sans SemiBold"/>
                </a:rPr>
                <a:t>Hackathon Specification • Pediatric Oncology Track</a:t>
              </a:r>
              <a:endParaRPr b="0" sz="1200">
                <a:solidFill>
                  <a:srgbClr val="4285F4"/>
                </a:solidFill>
                <a:latin typeface="Google Sans SemiBold"/>
                <a:ea typeface="Google Sans SemiBold"/>
                <a:cs typeface="Google Sans SemiBold"/>
                <a:sym typeface="Google Sans SemiBold"/>
              </a:endParaRPr>
            </a:p>
          </p:txBody>
        </p:sp>
      </p:grpSp>
      <p:sp>
        <p:nvSpPr>
          <p:cNvPr id="220" name="Google Shape;220;h2970144f53c11804_0_196"/>
          <p:cNvSpPr txBox="1"/>
          <p:nvPr/>
        </p:nvSpPr>
        <p:spPr>
          <a:xfrm>
            <a:off x="487680" y="1011484"/>
            <a:ext cx="8778300" cy="75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nl-BE" sz="3500">
                <a:solidFill>
                  <a:srgbClr val="434343"/>
                </a:solidFill>
                <a:latin typeface="Google Sans"/>
                <a:ea typeface="Google Sans"/>
                <a:cs typeface="Google Sans"/>
                <a:sym typeface="Google Sans"/>
              </a:rPr>
              <a:t>Problem &amp; Vision</a:t>
            </a:r>
            <a:endParaRPr b="1" sz="3500">
              <a:solidFill>
                <a:srgbClr val="434343"/>
              </a:solidFill>
              <a:latin typeface="Google Sans"/>
              <a:ea typeface="Google Sans"/>
              <a:cs typeface="Google Sans"/>
              <a:sym typeface="Google Sans"/>
            </a:endParaRPr>
          </a:p>
        </p:txBody>
      </p:sp>
      <p:sp>
        <p:nvSpPr>
          <p:cNvPr id="221" name="Google Shape;221;h2970144f53c11804_0_196"/>
          <p:cNvSpPr txBox="1"/>
          <p:nvPr/>
        </p:nvSpPr>
        <p:spPr>
          <a:xfrm>
            <a:off x="487680" y="1770098"/>
            <a:ext cx="8778300" cy="50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nl-BE" sz="1900">
                <a:solidFill>
                  <a:srgbClr val="999999"/>
                </a:solidFill>
                <a:latin typeface="Google Sans Medium"/>
                <a:ea typeface="Google Sans Medium"/>
                <a:cs typeface="Google Sans Medium"/>
                <a:sym typeface="Google Sans Medium"/>
              </a:rPr>
              <a:t>Your solution needs to reduce the friction of manual CINV risk assessment and the clinical burden on children</a:t>
            </a:r>
            <a:endParaRPr b="0" sz="1900">
              <a:solidFill>
                <a:srgbClr val="999999"/>
              </a:solidFill>
              <a:latin typeface="Google Sans Medium"/>
              <a:ea typeface="Google Sans Medium"/>
              <a:cs typeface="Google Sans Medium"/>
              <a:sym typeface="Google Sans Medium"/>
            </a:endParaRPr>
          </a:p>
        </p:txBody>
      </p:sp>
      <p:grpSp>
        <p:nvGrpSpPr>
          <p:cNvPr id="222" name="Google Shape;222;h2970144f53c11804_0_196"/>
          <p:cNvGrpSpPr/>
          <p:nvPr/>
        </p:nvGrpSpPr>
        <p:grpSpPr>
          <a:xfrm>
            <a:off x="487680" y="2528711"/>
            <a:ext cx="2763606" cy="6141168"/>
            <a:chOff x="0" y="0"/>
            <a:chExt cx="2590800" cy="3238500"/>
          </a:xfrm>
        </p:grpSpPr>
        <p:sp>
          <p:nvSpPr>
            <p:cNvPr id="223" name="Google Shape;223;h2970144f53c11804_0_196"/>
            <p:cNvSpPr/>
            <p:nvPr/>
          </p:nvSpPr>
          <p:spPr>
            <a:xfrm>
              <a:off x="0" y="0"/>
              <a:ext cx="2590800" cy="3238500"/>
            </a:xfrm>
            <a:prstGeom prst="roundRect">
              <a:avLst>
                <a:gd fmla="val 4411"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h2970144f53c11804_0_196"/>
            <p:cNvSpPr txBox="1"/>
            <p:nvPr/>
          </p:nvSpPr>
          <p:spPr>
            <a:xfrm>
              <a:off x="190500" y="228600"/>
              <a:ext cx="22098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nl-BE" sz="2000">
                  <a:solidFill>
                    <a:srgbClr val="434343"/>
                  </a:solidFill>
                  <a:latin typeface="Google Sans SemiBold"/>
                  <a:ea typeface="Google Sans SemiBold"/>
                  <a:cs typeface="Google Sans SemiBold"/>
                  <a:sym typeface="Google Sans SemiBold"/>
                </a:rPr>
                <a:t>Clinical Burden on Children</a:t>
              </a:r>
              <a:endParaRPr b="0" sz="2000">
                <a:solidFill>
                  <a:srgbClr val="434343"/>
                </a:solidFill>
                <a:latin typeface="Google Sans SemiBold"/>
                <a:ea typeface="Google Sans SemiBold"/>
                <a:cs typeface="Google Sans SemiBold"/>
                <a:sym typeface="Google Sans SemiBold"/>
              </a:endParaRPr>
            </a:p>
            <a:p>
              <a:pPr indent="0" lvl="0" marL="0" rtl="0" algn="l">
                <a:spcBef>
                  <a:spcPts val="1200"/>
                </a:spcBef>
                <a:spcAft>
                  <a:spcPts val="0"/>
                </a:spcAft>
                <a:buNone/>
              </a:pPr>
              <a:r>
                <a:rPr b="0" lang="nl-BE" sz="1500">
                  <a:solidFill>
                    <a:srgbClr val="666666"/>
                  </a:solidFill>
                  <a:latin typeface="Google Sans"/>
                  <a:ea typeface="Google Sans"/>
                  <a:cs typeface="Google Sans"/>
                  <a:sym typeface="Google Sans"/>
                </a:rPr>
                <a:t>Chemotherapy-induced nausea and vomiting (CINV) causes severe dehydration, malnutrition, acute trauma, and delayed curative cycles across acute (0-24h), late (24-120h), and anticipatory phases.</a:t>
              </a:r>
              <a:endParaRPr b="0" sz="1500">
                <a:solidFill>
                  <a:srgbClr val="666666"/>
                </a:solidFill>
                <a:latin typeface="Google Sans"/>
                <a:ea typeface="Google Sans"/>
                <a:cs typeface="Google Sans"/>
                <a:sym typeface="Google Sans"/>
              </a:endParaRPr>
            </a:p>
          </p:txBody>
        </p:sp>
        <p:grpSp>
          <p:nvGrpSpPr>
            <p:cNvPr id="225" name="Google Shape;225;h2970144f53c11804_0_196"/>
            <p:cNvGrpSpPr/>
            <p:nvPr/>
          </p:nvGrpSpPr>
          <p:grpSpPr>
            <a:xfrm>
              <a:off x="190500" y="2743200"/>
              <a:ext cx="1428900" cy="247800"/>
              <a:chOff x="0" y="0"/>
              <a:chExt cx="1428900" cy="247800"/>
            </a:xfrm>
          </p:grpSpPr>
          <p:sp>
            <p:nvSpPr>
              <p:cNvPr id="226" name="Google Shape;226;h2970144f53c11804_0_196"/>
              <p:cNvSpPr/>
              <p:nvPr/>
            </p:nvSpPr>
            <p:spPr>
              <a:xfrm>
                <a:off x="0" y="0"/>
                <a:ext cx="1428900" cy="247800"/>
              </a:xfrm>
              <a:prstGeom prst="roundRect">
                <a:avLst>
                  <a:gd fmla="val 50000" name="adj"/>
                </a:avLst>
              </a:prstGeom>
              <a:solidFill>
                <a:srgbClr val="FCE8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h2970144f53c11804_0_196"/>
              <p:cNvSpPr txBox="1"/>
              <p:nvPr/>
            </p:nvSpPr>
            <p:spPr>
              <a:xfrm>
                <a:off x="0" y="0"/>
                <a:ext cx="14289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nl-BE" sz="1300">
                    <a:solidFill>
                      <a:srgbClr val="A60812"/>
                    </a:solidFill>
                    <a:latin typeface="Google Sans SemiBold"/>
                    <a:ea typeface="Google Sans SemiBold"/>
                    <a:cs typeface="Google Sans SemiBold"/>
                    <a:sym typeface="Google Sans SemiBold"/>
                  </a:rPr>
                  <a:t>Pediatric Vulnerability</a:t>
                </a:r>
                <a:endParaRPr b="0" sz="1300">
                  <a:solidFill>
                    <a:srgbClr val="A60812"/>
                  </a:solidFill>
                  <a:latin typeface="Google Sans SemiBold"/>
                  <a:ea typeface="Google Sans SemiBold"/>
                  <a:cs typeface="Google Sans SemiBold"/>
                  <a:sym typeface="Google Sans SemiBold"/>
                </a:endParaRPr>
              </a:p>
            </p:txBody>
          </p:sp>
        </p:grpSp>
      </p:grpSp>
      <p:grpSp>
        <p:nvGrpSpPr>
          <p:cNvPr id="228" name="Google Shape;228;h2970144f53c11804_0_196"/>
          <p:cNvGrpSpPr/>
          <p:nvPr/>
        </p:nvGrpSpPr>
        <p:grpSpPr>
          <a:xfrm>
            <a:off x="3495040" y="2528711"/>
            <a:ext cx="2763606" cy="6141168"/>
            <a:chOff x="0" y="0"/>
            <a:chExt cx="2590800" cy="3238500"/>
          </a:xfrm>
        </p:grpSpPr>
        <p:sp>
          <p:nvSpPr>
            <p:cNvPr id="229" name="Google Shape;229;h2970144f53c11804_0_196"/>
            <p:cNvSpPr/>
            <p:nvPr/>
          </p:nvSpPr>
          <p:spPr>
            <a:xfrm>
              <a:off x="0" y="0"/>
              <a:ext cx="2590800" cy="3238500"/>
            </a:xfrm>
            <a:prstGeom prst="roundRect">
              <a:avLst>
                <a:gd fmla="val 4411"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h2970144f53c11804_0_196"/>
            <p:cNvSpPr txBox="1"/>
            <p:nvPr/>
          </p:nvSpPr>
          <p:spPr>
            <a:xfrm>
              <a:off x="190500" y="228600"/>
              <a:ext cx="22098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nl-BE" sz="2000">
                  <a:solidFill>
                    <a:srgbClr val="434343"/>
                  </a:solidFill>
                  <a:latin typeface="Google Sans SemiBold"/>
                  <a:ea typeface="Google Sans SemiBold"/>
                  <a:cs typeface="Google Sans SemiBold"/>
                  <a:sym typeface="Google Sans SemiBold"/>
                </a:rPr>
                <a:t>Friction of Manual Protocols</a:t>
              </a:r>
              <a:endParaRPr b="0" sz="2000">
                <a:solidFill>
                  <a:srgbClr val="434343"/>
                </a:solidFill>
                <a:latin typeface="Google Sans SemiBold"/>
                <a:ea typeface="Google Sans SemiBold"/>
                <a:cs typeface="Google Sans SemiBold"/>
                <a:sym typeface="Google Sans SemiBold"/>
              </a:endParaRPr>
            </a:p>
            <a:p>
              <a:pPr indent="0" lvl="0" marL="0" rtl="0" algn="l">
                <a:spcBef>
                  <a:spcPts val="1200"/>
                </a:spcBef>
                <a:spcAft>
                  <a:spcPts val="0"/>
                </a:spcAft>
                <a:buNone/>
              </a:pPr>
              <a:r>
                <a:rPr lang="nl-BE" sz="1500">
                  <a:solidFill>
                    <a:srgbClr val="666666"/>
                  </a:solidFill>
                  <a:latin typeface="Google Sans"/>
                  <a:ea typeface="Google Sans"/>
                  <a:cs typeface="Google Sans"/>
                  <a:sym typeface="Google Sans"/>
                </a:rPr>
                <a:t>Oncologists and pharmacists must manually evaluate multi-drug emetic risks, chemotherapy emetogenicity tiers, match patient-specific factors and formulations, and cross-reference static PDF hospital guidelines under extreme time pressure.</a:t>
              </a:r>
              <a:endParaRPr b="0" sz="1500">
                <a:solidFill>
                  <a:srgbClr val="666666"/>
                </a:solidFill>
                <a:latin typeface="Google Sans"/>
                <a:ea typeface="Google Sans"/>
                <a:cs typeface="Google Sans"/>
                <a:sym typeface="Google Sans"/>
              </a:endParaRPr>
            </a:p>
          </p:txBody>
        </p:sp>
        <p:grpSp>
          <p:nvGrpSpPr>
            <p:cNvPr id="231" name="Google Shape;231;h2970144f53c11804_0_196"/>
            <p:cNvGrpSpPr/>
            <p:nvPr/>
          </p:nvGrpSpPr>
          <p:grpSpPr>
            <a:xfrm>
              <a:off x="190500" y="2743200"/>
              <a:ext cx="1619100" cy="247800"/>
              <a:chOff x="0" y="0"/>
              <a:chExt cx="1619100" cy="247800"/>
            </a:xfrm>
          </p:grpSpPr>
          <p:sp>
            <p:nvSpPr>
              <p:cNvPr id="232" name="Google Shape;232;h2970144f53c11804_0_196"/>
              <p:cNvSpPr/>
              <p:nvPr/>
            </p:nvSpPr>
            <p:spPr>
              <a:xfrm>
                <a:off x="0" y="0"/>
                <a:ext cx="1619100" cy="247800"/>
              </a:xfrm>
              <a:prstGeom prst="roundRect">
                <a:avLst>
                  <a:gd fmla="val 50000" name="adj"/>
                </a:avLst>
              </a:prstGeom>
              <a:solidFill>
                <a:srgbClr val="FFF7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h2970144f53c11804_0_196"/>
              <p:cNvSpPr txBox="1"/>
              <p:nvPr/>
            </p:nvSpPr>
            <p:spPr>
              <a:xfrm>
                <a:off x="0" y="0"/>
                <a:ext cx="1619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nl-BE" sz="1300">
                    <a:solidFill>
                      <a:srgbClr val="B06000"/>
                    </a:solidFill>
                    <a:latin typeface="Google Sans SemiBold"/>
                    <a:ea typeface="Google Sans SemiBold"/>
                    <a:cs typeface="Google Sans SemiBold"/>
                    <a:sym typeface="Google Sans SemiBold"/>
                  </a:rPr>
                  <a:t>Cognitive Load &amp; DDI Risk</a:t>
                </a:r>
                <a:endParaRPr b="0" sz="1300">
                  <a:solidFill>
                    <a:srgbClr val="B06000"/>
                  </a:solidFill>
                  <a:latin typeface="Google Sans SemiBold"/>
                  <a:ea typeface="Google Sans SemiBold"/>
                  <a:cs typeface="Google Sans SemiBold"/>
                  <a:sym typeface="Google Sans SemiBold"/>
                </a:endParaRPr>
              </a:p>
            </p:txBody>
          </p:sp>
        </p:grpSp>
      </p:grpSp>
      <p:grpSp>
        <p:nvGrpSpPr>
          <p:cNvPr id="234" name="Google Shape;234;h2970144f53c11804_0_196"/>
          <p:cNvGrpSpPr/>
          <p:nvPr/>
        </p:nvGrpSpPr>
        <p:grpSpPr>
          <a:xfrm>
            <a:off x="6502400" y="2528711"/>
            <a:ext cx="2763606" cy="6141168"/>
            <a:chOff x="0" y="0"/>
            <a:chExt cx="2590800" cy="3238500"/>
          </a:xfrm>
        </p:grpSpPr>
        <p:sp>
          <p:nvSpPr>
            <p:cNvPr id="235" name="Google Shape;235;h2970144f53c11804_0_196"/>
            <p:cNvSpPr/>
            <p:nvPr/>
          </p:nvSpPr>
          <p:spPr>
            <a:xfrm>
              <a:off x="0" y="0"/>
              <a:ext cx="2590800" cy="3238500"/>
            </a:xfrm>
            <a:prstGeom prst="roundRect">
              <a:avLst>
                <a:gd fmla="val 4411"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h2970144f53c11804_0_196"/>
            <p:cNvSpPr txBox="1"/>
            <p:nvPr/>
          </p:nvSpPr>
          <p:spPr>
            <a:xfrm>
              <a:off x="190500" y="228600"/>
              <a:ext cx="22098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nl-BE" sz="2000">
                  <a:solidFill>
                    <a:srgbClr val="434343"/>
                  </a:solidFill>
                  <a:latin typeface="Google Sans SemiBold"/>
                  <a:ea typeface="Google Sans SemiBold"/>
                  <a:cs typeface="Google Sans SemiBold"/>
                  <a:sym typeface="Google Sans SemiBold"/>
                </a:rPr>
                <a:t>The Hackathon Vision</a:t>
              </a:r>
              <a:endParaRPr b="0" sz="2000">
                <a:solidFill>
                  <a:srgbClr val="434343"/>
                </a:solidFill>
                <a:latin typeface="Google Sans SemiBold"/>
                <a:ea typeface="Google Sans SemiBold"/>
                <a:cs typeface="Google Sans SemiBold"/>
                <a:sym typeface="Google Sans SemiBold"/>
              </a:endParaRPr>
            </a:p>
            <a:p>
              <a:pPr indent="0" lvl="0" marL="0" rtl="0" algn="l">
                <a:spcBef>
                  <a:spcPts val="1200"/>
                </a:spcBef>
                <a:spcAft>
                  <a:spcPts val="0"/>
                </a:spcAft>
                <a:buNone/>
              </a:pPr>
              <a:r>
                <a:rPr lang="nl-BE" sz="1500">
                  <a:solidFill>
                    <a:srgbClr val="666666"/>
                  </a:solidFill>
                  <a:latin typeface="Google Sans"/>
                  <a:ea typeface="Google Sans"/>
                  <a:cs typeface="Google Sans"/>
                  <a:sym typeface="Google Sans"/>
                </a:rPr>
                <a:t>Transform static hospital CINV guidelines into an intelligent clinical decision support system (CDSS) that automates risk stratification, enforces zero-hallucination therapy recommendations, and screens for toxic drug collisions.</a:t>
              </a:r>
              <a:endParaRPr b="0" sz="1500">
                <a:solidFill>
                  <a:srgbClr val="666666"/>
                </a:solidFill>
                <a:latin typeface="Google Sans"/>
                <a:ea typeface="Google Sans"/>
                <a:cs typeface="Google Sans"/>
                <a:sym typeface="Google Sans"/>
              </a:endParaRPr>
            </a:p>
          </p:txBody>
        </p:sp>
        <p:grpSp>
          <p:nvGrpSpPr>
            <p:cNvPr id="237" name="Google Shape;237;h2970144f53c11804_0_196"/>
            <p:cNvGrpSpPr/>
            <p:nvPr/>
          </p:nvGrpSpPr>
          <p:grpSpPr>
            <a:xfrm>
              <a:off x="190500" y="2743200"/>
              <a:ext cx="1714500" cy="247800"/>
              <a:chOff x="0" y="0"/>
              <a:chExt cx="1714500" cy="247800"/>
            </a:xfrm>
          </p:grpSpPr>
          <p:sp>
            <p:nvSpPr>
              <p:cNvPr id="238" name="Google Shape;238;h2970144f53c11804_0_196"/>
              <p:cNvSpPr/>
              <p:nvPr/>
            </p:nvSpPr>
            <p:spPr>
              <a:xfrm>
                <a:off x="0" y="0"/>
                <a:ext cx="1714500" cy="247800"/>
              </a:xfrm>
              <a:prstGeom prst="roundRect">
                <a:avLst>
                  <a:gd fmla="val 50000" name="adj"/>
                </a:avLst>
              </a:prstGeom>
              <a:solidFill>
                <a:srgbClr val="E1F5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h2970144f53c11804_0_196"/>
              <p:cNvSpPr txBox="1"/>
              <p:nvPr/>
            </p:nvSpPr>
            <p:spPr>
              <a:xfrm>
                <a:off x="0" y="0"/>
                <a:ext cx="17145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nl-BE" sz="1300">
                    <a:solidFill>
                      <a:srgbClr val="1A73E8"/>
                    </a:solidFill>
                    <a:latin typeface="Google Sans SemiBold"/>
                    <a:ea typeface="Google Sans SemiBold"/>
                    <a:cs typeface="Google Sans SemiBold"/>
                    <a:sym typeface="Google Sans SemiBold"/>
                  </a:rPr>
                  <a:t>Proactive Clinical AI Partner</a:t>
                </a:r>
                <a:endParaRPr b="0" sz="1300">
                  <a:solidFill>
                    <a:srgbClr val="1A73E8"/>
                  </a:solidFill>
                  <a:latin typeface="Google Sans SemiBold"/>
                  <a:ea typeface="Google Sans SemiBold"/>
                  <a:cs typeface="Google Sans SemiBold"/>
                  <a:sym typeface="Google Sans SemiBold"/>
                </a:endParaRPr>
              </a:p>
            </p:txBody>
          </p:sp>
        </p:grpSp>
      </p:grpSp>
      <p:sp>
        <p:nvSpPr>
          <p:cNvPr id="240" name="Google Shape;240;h2970144f53c11804_0_196"/>
          <p:cNvSpPr txBox="1"/>
          <p:nvPr/>
        </p:nvSpPr>
        <p:spPr>
          <a:xfrm>
            <a:off x="487680" y="8958862"/>
            <a:ext cx="8778300" cy="433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nl-BE" sz="1300">
                <a:solidFill>
                  <a:srgbClr val="999999"/>
                </a:solidFill>
                <a:latin typeface="Google Sans"/>
                <a:ea typeface="Google Sans"/>
                <a:cs typeface="Google Sans"/>
                <a:sym typeface="Google Sans"/>
              </a:rPr>
              <a:t>Dedicated in-hospital CDSS for clinical care teams (oncologists, oncology nurses, clinical pharmacists).</a:t>
            </a:r>
            <a:endParaRPr b="0" sz="1300">
              <a:solidFill>
                <a:srgbClr val="999999"/>
              </a:solidFill>
              <a:latin typeface="Google Sans"/>
              <a:ea typeface="Google Sans"/>
              <a:cs typeface="Google Sans"/>
              <a:sym typeface="Google Sans"/>
            </a:endParaRPr>
          </a:p>
        </p:txBody>
      </p:sp>
      <p:grpSp>
        <p:nvGrpSpPr>
          <p:cNvPr id="241" name="Google Shape;241;h2970144f53c11804_0_196"/>
          <p:cNvGrpSpPr/>
          <p:nvPr/>
        </p:nvGrpSpPr>
        <p:grpSpPr>
          <a:xfrm>
            <a:off x="487680" y="288996"/>
            <a:ext cx="1889979" cy="578277"/>
            <a:chOff x="0" y="0"/>
            <a:chExt cx="1771800" cy="304950"/>
          </a:xfrm>
        </p:grpSpPr>
        <p:sp>
          <p:nvSpPr>
            <p:cNvPr id="242" name="Google Shape;242;h2970144f53c11804_0_196"/>
            <p:cNvSpPr/>
            <p:nvPr/>
          </p:nvSpPr>
          <p:spPr>
            <a:xfrm>
              <a:off x="0" y="0"/>
              <a:ext cx="304800" cy="304800"/>
            </a:xfrm>
            <a:custGeom>
              <a:rect b="b" l="l" r="r" t="t"/>
              <a:pathLst>
                <a:path extrusionOk="0" h="120000" w="120000">
                  <a:moveTo>
                    <a:pt x="45000" y="0"/>
                  </a:moveTo>
                  <a:lnTo>
                    <a:pt x="75000" y="0"/>
                  </a:lnTo>
                  <a:lnTo>
                    <a:pt x="75000" y="45000"/>
                  </a:lnTo>
                  <a:lnTo>
                    <a:pt x="120000" y="45000"/>
                  </a:lnTo>
                  <a:lnTo>
                    <a:pt x="120000" y="75000"/>
                  </a:lnTo>
                  <a:lnTo>
                    <a:pt x="75000" y="75000"/>
                  </a:lnTo>
                  <a:lnTo>
                    <a:pt x="75000" y="120000"/>
                  </a:lnTo>
                  <a:lnTo>
                    <a:pt x="45000" y="120000"/>
                  </a:lnTo>
                  <a:lnTo>
                    <a:pt x="45000" y="75000"/>
                  </a:lnTo>
                  <a:lnTo>
                    <a:pt x="0" y="75000"/>
                  </a:lnTo>
                  <a:lnTo>
                    <a:pt x="0" y="45000"/>
                  </a:lnTo>
                  <a:lnTo>
                    <a:pt x="45000" y="45000"/>
                  </a:lnTo>
                  <a:close/>
                </a:path>
              </a:pathLst>
            </a:custGeom>
            <a:solidFill>
              <a:srgbClr val="1A73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h2970144f53c11804_0_196"/>
            <p:cNvSpPr/>
            <p:nvPr/>
          </p:nvSpPr>
          <p:spPr>
            <a:xfrm>
              <a:off x="114300" y="114300"/>
              <a:ext cx="76200" cy="762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h2970144f53c11804_0_196"/>
            <p:cNvSpPr txBox="1"/>
            <p:nvPr/>
          </p:nvSpPr>
          <p:spPr>
            <a:xfrm>
              <a:off x="342900" y="19050"/>
              <a:ext cx="1428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nl-BE" sz="2100">
                  <a:solidFill>
                    <a:srgbClr val="434343"/>
                  </a:solidFill>
                  <a:latin typeface="Google Sans"/>
                  <a:ea typeface="Google Sans"/>
                  <a:cs typeface="Google Sans"/>
                  <a:sym typeface="Google Sans"/>
                </a:rPr>
                <a:t>AImesis</a:t>
              </a:r>
              <a:endParaRPr b="1" sz="2100">
                <a:solidFill>
                  <a:srgbClr val="434343"/>
                </a:solidFill>
                <a:latin typeface="Google Sans"/>
                <a:ea typeface="Google Sans"/>
                <a:cs typeface="Google Sans"/>
                <a:sym typeface="Google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grpSp>
        <p:nvGrpSpPr>
          <p:cNvPr id="249" name="Google Shape;249;h2970144f53c11804_0_279"/>
          <p:cNvGrpSpPr/>
          <p:nvPr/>
        </p:nvGrpSpPr>
        <p:grpSpPr>
          <a:xfrm>
            <a:off x="0" y="0"/>
            <a:ext cx="9753905" cy="108658"/>
            <a:chOff x="0" y="0"/>
            <a:chExt cx="9144000" cy="57300"/>
          </a:xfrm>
        </p:grpSpPr>
        <p:sp>
          <p:nvSpPr>
            <p:cNvPr id="250" name="Google Shape;250;h2970144f53c11804_0_279"/>
            <p:cNvSpPr/>
            <p:nvPr/>
          </p:nvSpPr>
          <p:spPr>
            <a:xfrm>
              <a:off x="0" y="0"/>
              <a:ext cx="2286000" cy="57300"/>
            </a:xfrm>
            <a:prstGeom prst="rect">
              <a:avLst/>
            </a:prstGeom>
            <a:solidFill>
              <a:srgbClr val="4285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h2970144f53c11804_0_279"/>
            <p:cNvSpPr/>
            <p:nvPr/>
          </p:nvSpPr>
          <p:spPr>
            <a:xfrm>
              <a:off x="2286000" y="0"/>
              <a:ext cx="2286000" cy="57300"/>
            </a:xfrm>
            <a:prstGeom prst="rect">
              <a:avLst/>
            </a:prstGeom>
            <a:solidFill>
              <a:srgbClr val="A608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h2970144f53c11804_0_279"/>
            <p:cNvSpPr/>
            <p:nvPr/>
          </p:nvSpPr>
          <p:spPr>
            <a:xfrm>
              <a:off x="4572000" y="0"/>
              <a:ext cx="2286000" cy="57300"/>
            </a:xfrm>
            <a:prstGeom prst="rect">
              <a:avLst/>
            </a:prstGeom>
            <a:solidFill>
              <a:srgbClr val="B06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h2970144f53c11804_0_279"/>
            <p:cNvSpPr/>
            <p:nvPr/>
          </p:nvSpPr>
          <p:spPr>
            <a:xfrm>
              <a:off x="6858000" y="0"/>
              <a:ext cx="2286000" cy="57300"/>
            </a:xfrm>
            <a:prstGeom prst="rect">
              <a:avLst/>
            </a:prstGeom>
            <a:solidFill>
              <a:srgbClr val="137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54" name="Google Shape;254;h2970144f53c11804_0_279"/>
          <p:cNvGrpSpPr/>
          <p:nvPr/>
        </p:nvGrpSpPr>
        <p:grpSpPr>
          <a:xfrm>
            <a:off x="487680" y="325120"/>
            <a:ext cx="1889979" cy="578277"/>
            <a:chOff x="0" y="0"/>
            <a:chExt cx="1771800" cy="304950"/>
          </a:xfrm>
        </p:grpSpPr>
        <p:sp>
          <p:nvSpPr>
            <p:cNvPr id="255" name="Google Shape;255;h2970144f53c11804_0_279"/>
            <p:cNvSpPr/>
            <p:nvPr/>
          </p:nvSpPr>
          <p:spPr>
            <a:xfrm>
              <a:off x="0" y="0"/>
              <a:ext cx="304800" cy="304800"/>
            </a:xfrm>
            <a:custGeom>
              <a:rect b="b" l="l" r="r" t="t"/>
              <a:pathLst>
                <a:path extrusionOk="0" h="120000" w="120000">
                  <a:moveTo>
                    <a:pt x="45000" y="0"/>
                  </a:moveTo>
                  <a:lnTo>
                    <a:pt x="75000" y="0"/>
                  </a:lnTo>
                  <a:lnTo>
                    <a:pt x="75000" y="45000"/>
                  </a:lnTo>
                  <a:lnTo>
                    <a:pt x="120000" y="45000"/>
                  </a:lnTo>
                  <a:lnTo>
                    <a:pt x="120000" y="75000"/>
                  </a:lnTo>
                  <a:lnTo>
                    <a:pt x="75000" y="75000"/>
                  </a:lnTo>
                  <a:lnTo>
                    <a:pt x="75000" y="120000"/>
                  </a:lnTo>
                  <a:lnTo>
                    <a:pt x="45000" y="120000"/>
                  </a:lnTo>
                  <a:lnTo>
                    <a:pt x="45000" y="75000"/>
                  </a:lnTo>
                  <a:lnTo>
                    <a:pt x="0" y="75000"/>
                  </a:lnTo>
                  <a:lnTo>
                    <a:pt x="0" y="45000"/>
                  </a:lnTo>
                  <a:lnTo>
                    <a:pt x="45000" y="45000"/>
                  </a:lnTo>
                  <a:close/>
                </a:path>
              </a:pathLst>
            </a:custGeom>
            <a:solidFill>
              <a:srgbClr val="1A73E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h2970144f53c11804_0_279"/>
            <p:cNvSpPr/>
            <p:nvPr/>
          </p:nvSpPr>
          <p:spPr>
            <a:xfrm>
              <a:off x="114300" y="114300"/>
              <a:ext cx="76200" cy="762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h2970144f53c11804_0_279"/>
            <p:cNvSpPr txBox="1"/>
            <p:nvPr/>
          </p:nvSpPr>
          <p:spPr>
            <a:xfrm>
              <a:off x="342900" y="19050"/>
              <a:ext cx="1428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nl-BE" sz="2400">
                  <a:solidFill>
                    <a:srgbClr val="434343"/>
                  </a:solidFill>
                  <a:latin typeface="Google Sans"/>
                  <a:ea typeface="Google Sans"/>
                  <a:cs typeface="Google Sans"/>
                  <a:sym typeface="Google Sans"/>
                </a:rPr>
                <a:t>AImesis</a:t>
              </a:r>
              <a:endParaRPr b="1" sz="2400">
                <a:solidFill>
                  <a:srgbClr val="434343"/>
                </a:solidFill>
                <a:latin typeface="Google Sans"/>
                <a:ea typeface="Google Sans"/>
                <a:cs typeface="Google Sans"/>
                <a:sym typeface="Google Sans"/>
              </a:endParaRPr>
            </a:p>
          </p:txBody>
        </p:sp>
      </p:grpSp>
      <p:grpSp>
        <p:nvGrpSpPr>
          <p:cNvPr id="258" name="Google Shape;258;h2970144f53c11804_0_279"/>
          <p:cNvGrpSpPr/>
          <p:nvPr/>
        </p:nvGrpSpPr>
        <p:grpSpPr>
          <a:xfrm>
            <a:off x="6299200" y="361244"/>
            <a:ext cx="2966813" cy="433494"/>
            <a:chOff x="0" y="0"/>
            <a:chExt cx="2781300" cy="228600"/>
          </a:xfrm>
        </p:grpSpPr>
        <p:sp>
          <p:nvSpPr>
            <p:cNvPr id="259" name="Google Shape;259;h2970144f53c11804_0_279"/>
            <p:cNvSpPr/>
            <p:nvPr/>
          </p:nvSpPr>
          <p:spPr>
            <a:xfrm>
              <a:off x="0" y="0"/>
              <a:ext cx="2781300" cy="228600"/>
            </a:xfrm>
            <a:prstGeom prst="roundRect">
              <a:avLst>
                <a:gd fmla="val 50000" name="adj"/>
              </a:avLst>
            </a:prstGeom>
            <a:solidFill>
              <a:srgbClr val="E1F5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h2970144f53c11804_0_279"/>
            <p:cNvSpPr txBox="1"/>
            <p:nvPr/>
          </p:nvSpPr>
          <p:spPr>
            <a:xfrm>
              <a:off x="0" y="0"/>
              <a:ext cx="27813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nl-BE" sz="1100">
                  <a:solidFill>
                    <a:srgbClr val="0277BD"/>
                  </a:solidFill>
                  <a:latin typeface="Google Sans SemiBold"/>
                  <a:ea typeface="Google Sans SemiBold"/>
                  <a:cs typeface="Google Sans SemiBold"/>
                  <a:sym typeface="Google Sans SemiBold"/>
                </a:rPr>
                <a:t>Architecture Specification • Neuro-Symbolic Blueprint</a:t>
              </a:r>
              <a:endParaRPr sz="1900"/>
            </a:p>
          </p:txBody>
        </p:sp>
      </p:grpSp>
      <p:grpSp>
        <p:nvGrpSpPr>
          <p:cNvPr id="261" name="Google Shape;261;h2970144f53c11804_0_279"/>
          <p:cNvGrpSpPr/>
          <p:nvPr/>
        </p:nvGrpSpPr>
        <p:grpSpPr>
          <a:xfrm>
            <a:off x="487680" y="939236"/>
            <a:ext cx="8778514" cy="939237"/>
            <a:chOff x="0" y="0"/>
            <a:chExt cx="8229600" cy="495300"/>
          </a:xfrm>
        </p:grpSpPr>
        <p:sp>
          <p:nvSpPr>
            <p:cNvPr id="262" name="Google Shape;262;h2970144f53c11804_0_279"/>
            <p:cNvSpPr txBox="1"/>
            <p:nvPr/>
          </p:nvSpPr>
          <p:spPr>
            <a:xfrm>
              <a:off x="0" y="0"/>
              <a:ext cx="8229600" cy="3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nl-BE" sz="2700">
                  <a:solidFill>
                    <a:srgbClr val="434343"/>
                  </a:solidFill>
                  <a:latin typeface="Google Sans"/>
                  <a:ea typeface="Google Sans"/>
                  <a:cs typeface="Google Sans"/>
                  <a:sym typeface="Google Sans"/>
                </a:rPr>
                <a:t>System Architecture &amp; Safety Gating</a:t>
              </a:r>
              <a:endParaRPr sz="1900"/>
            </a:p>
          </p:txBody>
        </p:sp>
        <p:sp>
          <p:nvSpPr>
            <p:cNvPr id="263" name="Google Shape;263;h2970144f53c11804_0_279"/>
            <p:cNvSpPr txBox="1"/>
            <p:nvPr/>
          </p:nvSpPr>
          <p:spPr>
            <a:xfrm>
              <a:off x="0" y="304800"/>
              <a:ext cx="82296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nl-BE" sz="1500">
                  <a:solidFill>
                    <a:srgbClr val="999999"/>
                  </a:solidFill>
                  <a:latin typeface="Google Sans Medium"/>
                  <a:ea typeface="Google Sans Medium"/>
                  <a:cs typeface="Google Sans Medium"/>
                  <a:sym typeface="Google Sans Medium"/>
                </a:rPr>
                <a:t>Neuro-symbolic design: Deterministic protocol engine + LLM conversational reasoning + DDI screener</a:t>
              </a:r>
              <a:endParaRPr sz="1900"/>
            </a:p>
          </p:txBody>
        </p:sp>
      </p:grpSp>
      <p:grpSp>
        <p:nvGrpSpPr>
          <p:cNvPr id="264" name="Google Shape;264;h2970144f53c11804_0_279"/>
          <p:cNvGrpSpPr/>
          <p:nvPr/>
        </p:nvGrpSpPr>
        <p:grpSpPr>
          <a:xfrm>
            <a:off x="487680" y="2022969"/>
            <a:ext cx="4267333" cy="3143117"/>
            <a:chOff x="0" y="0"/>
            <a:chExt cx="4000500" cy="1657500"/>
          </a:xfrm>
        </p:grpSpPr>
        <p:sp>
          <p:nvSpPr>
            <p:cNvPr id="265" name="Google Shape;265;h2970144f53c11804_0_279"/>
            <p:cNvSpPr/>
            <p:nvPr/>
          </p:nvSpPr>
          <p:spPr>
            <a:xfrm>
              <a:off x="0" y="0"/>
              <a:ext cx="4000500" cy="1657500"/>
            </a:xfrm>
            <a:prstGeom prst="roundRect">
              <a:avLst>
                <a:gd fmla="val 5747"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h2970144f53c11804_0_279"/>
            <p:cNvSpPr/>
            <p:nvPr/>
          </p:nvSpPr>
          <p:spPr>
            <a:xfrm>
              <a:off x="0" y="0"/>
              <a:ext cx="57300" cy="1657500"/>
            </a:xfrm>
            <a:prstGeom prst="roundRect">
              <a:avLst>
                <a:gd fmla="val 50000" name="adj"/>
              </a:avLst>
            </a:prstGeom>
            <a:solidFill>
              <a:srgbClr val="A608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h2970144f53c11804_0_279"/>
            <p:cNvSpPr txBox="1"/>
            <p:nvPr/>
          </p:nvSpPr>
          <p:spPr>
            <a:xfrm>
              <a:off x="209550" y="152400"/>
              <a:ext cx="3638700" cy="135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nl-BE" sz="1700">
                  <a:solidFill>
                    <a:srgbClr val="434343"/>
                  </a:solidFill>
                  <a:latin typeface="Google Sans SemiBold"/>
                  <a:ea typeface="Google Sans SemiBold"/>
                  <a:cs typeface="Google Sans SemiBold"/>
                  <a:sym typeface="Google Sans SemiBold"/>
                </a:rPr>
                <a:t>1. </a:t>
              </a:r>
              <a:r>
                <a:rPr lang="nl-BE" sz="1700">
                  <a:solidFill>
                    <a:srgbClr val="434343"/>
                  </a:solidFill>
                  <a:latin typeface="Google Sans SemiBold"/>
                  <a:ea typeface="Google Sans SemiBold"/>
                  <a:cs typeface="Google Sans SemiBold"/>
                  <a:sym typeface="Google Sans SemiBold"/>
                </a:rPr>
                <a:t>Deterministic Guideline Engine</a:t>
              </a:r>
              <a:endParaRPr b="0" sz="1700">
                <a:solidFill>
                  <a:srgbClr val="434343"/>
                </a:solidFill>
                <a:latin typeface="Google Sans SemiBold"/>
                <a:ea typeface="Google Sans SemiBold"/>
                <a:cs typeface="Google Sans SemiBold"/>
                <a:sym typeface="Google Sans SemiBold"/>
              </a:endParaRPr>
            </a:p>
            <a:p>
              <a:pPr indent="0" lvl="0" marL="0" rtl="0" algn="l">
                <a:spcBef>
                  <a:spcPts val="600"/>
                </a:spcBef>
                <a:spcAft>
                  <a:spcPts val="0"/>
                </a:spcAft>
                <a:buNone/>
              </a:pPr>
              <a:r>
                <a:rPr lang="nl-BE" sz="1300">
                  <a:solidFill>
                    <a:srgbClr val="666666"/>
                  </a:solidFill>
                  <a:latin typeface="Google Sans"/>
                  <a:ea typeface="Google Sans"/>
                  <a:cs typeface="Google Sans"/>
                  <a:sym typeface="Google Sans"/>
                </a:rPr>
                <a:t>ZERO tolerance for LLM-hallucinated recommendations. Emetogenic risk classification (HEC/MEC/LEC/Minimal), antiemetic agent selection, administration routes, and therapy duration must run through deterministic rules matching the July 2026 protocol.</a:t>
              </a:r>
              <a:endParaRPr b="0" sz="1300">
                <a:solidFill>
                  <a:srgbClr val="666666"/>
                </a:solidFill>
                <a:latin typeface="Google Sans"/>
                <a:ea typeface="Google Sans"/>
                <a:cs typeface="Google Sans"/>
                <a:sym typeface="Google Sans"/>
              </a:endParaRPr>
            </a:p>
            <a:p>
              <a:pPr indent="0" lvl="0" marL="0" rtl="0" algn="l">
                <a:spcBef>
                  <a:spcPts val="0"/>
                </a:spcBef>
                <a:spcAft>
                  <a:spcPts val="0"/>
                </a:spcAft>
                <a:buNone/>
              </a:pPr>
              <a:r>
                <a:rPr b="0" lang="nl-BE" sz="1100">
                  <a:solidFill>
                    <a:srgbClr val="A60812"/>
                  </a:solidFill>
                  <a:highlight>
                    <a:srgbClr val="FCE8E6"/>
                  </a:highlight>
                  <a:latin typeface="Google Sans SemiBold"/>
                  <a:ea typeface="Google Sans SemiBold"/>
                  <a:cs typeface="Google Sans SemiBold"/>
                  <a:sym typeface="Google Sans SemiBold"/>
                </a:rPr>
                <a:t>Zero Hallucination Policy</a:t>
              </a:r>
              <a:endParaRPr b="0" sz="1100">
                <a:solidFill>
                  <a:srgbClr val="A60812"/>
                </a:solidFill>
                <a:highlight>
                  <a:srgbClr val="FCE8E6"/>
                </a:highlight>
                <a:latin typeface="Google Sans SemiBold"/>
                <a:ea typeface="Google Sans SemiBold"/>
                <a:cs typeface="Google Sans SemiBold"/>
                <a:sym typeface="Google Sans SemiBold"/>
              </a:endParaRPr>
            </a:p>
          </p:txBody>
        </p:sp>
      </p:grpSp>
      <p:grpSp>
        <p:nvGrpSpPr>
          <p:cNvPr id="268" name="Google Shape;268;h2970144f53c11804_0_279"/>
          <p:cNvGrpSpPr/>
          <p:nvPr/>
        </p:nvGrpSpPr>
        <p:grpSpPr>
          <a:xfrm>
            <a:off x="4998720" y="2022969"/>
            <a:ext cx="4267333" cy="3143117"/>
            <a:chOff x="0" y="0"/>
            <a:chExt cx="4000500" cy="1657500"/>
          </a:xfrm>
        </p:grpSpPr>
        <p:sp>
          <p:nvSpPr>
            <p:cNvPr id="269" name="Google Shape;269;h2970144f53c11804_0_279"/>
            <p:cNvSpPr/>
            <p:nvPr/>
          </p:nvSpPr>
          <p:spPr>
            <a:xfrm>
              <a:off x="0" y="0"/>
              <a:ext cx="4000500" cy="1657500"/>
            </a:xfrm>
            <a:prstGeom prst="roundRect">
              <a:avLst>
                <a:gd fmla="val 5747"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h2970144f53c11804_0_279"/>
            <p:cNvSpPr/>
            <p:nvPr/>
          </p:nvSpPr>
          <p:spPr>
            <a:xfrm>
              <a:off x="0" y="0"/>
              <a:ext cx="57300" cy="1657500"/>
            </a:xfrm>
            <a:prstGeom prst="roundRect">
              <a:avLst>
                <a:gd fmla="val 50000" name="adj"/>
              </a:avLst>
            </a:prstGeom>
            <a:solidFill>
              <a:srgbClr val="4285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h2970144f53c11804_0_279"/>
            <p:cNvSpPr txBox="1"/>
            <p:nvPr/>
          </p:nvSpPr>
          <p:spPr>
            <a:xfrm>
              <a:off x="209550" y="152400"/>
              <a:ext cx="3638700" cy="135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nl-BE" sz="1700">
                  <a:solidFill>
                    <a:srgbClr val="434343"/>
                  </a:solidFill>
                  <a:latin typeface="Google Sans SemiBold"/>
                  <a:ea typeface="Google Sans SemiBold"/>
                  <a:cs typeface="Google Sans SemiBold"/>
                  <a:sym typeface="Google Sans SemiBold"/>
                </a:rPr>
                <a:t>2. LLM Conversational Reasoning</a:t>
              </a:r>
              <a:endParaRPr b="0" sz="1700">
                <a:solidFill>
                  <a:srgbClr val="434343"/>
                </a:solidFill>
                <a:latin typeface="Google Sans SemiBold"/>
                <a:ea typeface="Google Sans SemiBold"/>
                <a:cs typeface="Google Sans SemiBold"/>
                <a:sym typeface="Google Sans SemiBold"/>
              </a:endParaRPr>
            </a:p>
            <a:p>
              <a:pPr indent="0" lvl="0" marL="0" rtl="0" algn="l">
                <a:spcBef>
                  <a:spcPts val="600"/>
                </a:spcBef>
                <a:spcAft>
                  <a:spcPts val="0"/>
                </a:spcAft>
                <a:buNone/>
              </a:pPr>
              <a:r>
                <a:rPr b="0" lang="nl-BE" sz="1300">
                  <a:solidFill>
                    <a:srgbClr val="666666"/>
                  </a:solidFill>
                  <a:latin typeface="Google Sans"/>
                  <a:ea typeface="Google Sans"/>
                  <a:cs typeface="Google Sans"/>
                  <a:sym typeface="Google Sans"/>
                </a:rPr>
                <a:t>Functions as a clinical copilot: parsing messy physician queries, extracting structured chemotherapy regimens, orchestrating safety tools, and drafting structured discharge summaries.</a:t>
              </a:r>
              <a:endParaRPr b="0" sz="1300">
                <a:solidFill>
                  <a:srgbClr val="666666"/>
                </a:solidFill>
                <a:latin typeface="Google Sans"/>
                <a:ea typeface="Google Sans"/>
                <a:cs typeface="Google Sans"/>
                <a:sym typeface="Google Sans"/>
              </a:endParaRPr>
            </a:p>
            <a:p>
              <a:pPr indent="0" lvl="0" marL="0" rtl="0" algn="l">
                <a:spcBef>
                  <a:spcPts val="0"/>
                </a:spcBef>
                <a:spcAft>
                  <a:spcPts val="0"/>
                </a:spcAft>
                <a:buNone/>
              </a:pPr>
              <a:r>
                <a:rPr b="0" lang="nl-BE" sz="1100">
                  <a:solidFill>
                    <a:srgbClr val="1A73E8"/>
                  </a:solidFill>
                  <a:latin typeface="Google Sans SemiBold"/>
                  <a:ea typeface="Google Sans SemiBold"/>
                  <a:cs typeface="Google Sans SemiBold"/>
                  <a:sym typeface="Google Sans SemiBold"/>
                </a:rPr>
                <a:t>Clinical Copilot &amp; Tool Calling</a:t>
              </a:r>
              <a:endParaRPr b="0" sz="1100">
                <a:solidFill>
                  <a:srgbClr val="1A73E8"/>
                </a:solidFill>
                <a:latin typeface="Google Sans SemiBold"/>
                <a:ea typeface="Google Sans SemiBold"/>
                <a:cs typeface="Google Sans SemiBold"/>
                <a:sym typeface="Google Sans SemiBold"/>
              </a:endParaRPr>
            </a:p>
          </p:txBody>
        </p:sp>
      </p:grpSp>
      <p:grpSp>
        <p:nvGrpSpPr>
          <p:cNvPr id="272" name="Google Shape;272;h2970144f53c11804_0_279"/>
          <p:cNvGrpSpPr/>
          <p:nvPr/>
        </p:nvGrpSpPr>
        <p:grpSpPr>
          <a:xfrm>
            <a:off x="487680" y="5382542"/>
            <a:ext cx="4267333" cy="3143117"/>
            <a:chOff x="0" y="0"/>
            <a:chExt cx="4000500" cy="1657500"/>
          </a:xfrm>
        </p:grpSpPr>
        <p:sp>
          <p:nvSpPr>
            <p:cNvPr id="273" name="Google Shape;273;h2970144f53c11804_0_279"/>
            <p:cNvSpPr/>
            <p:nvPr/>
          </p:nvSpPr>
          <p:spPr>
            <a:xfrm>
              <a:off x="0" y="0"/>
              <a:ext cx="4000500" cy="1657500"/>
            </a:xfrm>
            <a:prstGeom prst="roundRect">
              <a:avLst>
                <a:gd fmla="val 5747"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h2970144f53c11804_0_279"/>
            <p:cNvSpPr/>
            <p:nvPr/>
          </p:nvSpPr>
          <p:spPr>
            <a:xfrm>
              <a:off x="0" y="0"/>
              <a:ext cx="57300" cy="1657500"/>
            </a:xfrm>
            <a:prstGeom prst="roundRect">
              <a:avLst>
                <a:gd fmla="val 50000" name="adj"/>
              </a:avLst>
            </a:prstGeom>
            <a:solidFill>
              <a:srgbClr val="B06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h2970144f53c11804_0_279"/>
            <p:cNvSpPr txBox="1"/>
            <p:nvPr/>
          </p:nvSpPr>
          <p:spPr>
            <a:xfrm>
              <a:off x="209550" y="152400"/>
              <a:ext cx="3638700" cy="135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nl-BE" sz="1700">
                  <a:solidFill>
                    <a:srgbClr val="434343"/>
                  </a:solidFill>
                  <a:latin typeface="Google Sans SemiBold"/>
                  <a:ea typeface="Google Sans SemiBold"/>
                  <a:cs typeface="Google Sans SemiBold"/>
                  <a:sym typeface="Google Sans SemiBold"/>
                </a:rPr>
                <a:t>3. Automated DDI &amp; Toxicity Screener</a:t>
              </a:r>
              <a:endParaRPr b="0" sz="1700">
                <a:solidFill>
                  <a:srgbClr val="434343"/>
                </a:solidFill>
                <a:latin typeface="Google Sans SemiBold"/>
                <a:ea typeface="Google Sans SemiBold"/>
                <a:cs typeface="Google Sans SemiBold"/>
                <a:sym typeface="Google Sans SemiBold"/>
              </a:endParaRPr>
            </a:p>
            <a:p>
              <a:pPr indent="0" lvl="0" marL="0" rtl="0" algn="l">
                <a:spcBef>
                  <a:spcPts val="600"/>
                </a:spcBef>
                <a:spcAft>
                  <a:spcPts val="0"/>
                </a:spcAft>
                <a:buNone/>
              </a:pPr>
              <a:r>
                <a:rPr b="0" lang="nl-BE" sz="1300">
                  <a:solidFill>
                    <a:srgbClr val="666666"/>
                  </a:solidFill>
                  <a:latin typeface="Google Sans"/>
                  <a:ea typeface="Google Sans"/>
                  <a:cs typeface="Google Sans"/>
                  <a:sym typeface="Google Sans"/>
                </a:rPr>
                <a:t>Real-time gatekeeper checking for fatal clinical collisions: Aprepitant CYP3A4 inhibition with Vincristine, additive QTc prolongation (Ondansetron + Voriconazole), and steroid exclusions in ALL protocols.</a:t>
              </a:r>
              <a:endParaRPr b="0" sz="1300">
                <a:solidFill>
                  <a:srgbClr val="666666"/>
                </a:solidFill>
                <a:latin typeface="Google Sans"/>
                <a:ea typeface="Google Sans"/>
                <a:cs typeface="Google Sans"/>
                <a:sym typeface="Google Sans"/>
              </a:endParaRPr>
            </a:p>
            <a:p>
              <a:pPr indent="0" lvl="0" marL="0" rtl="0" algn="l">
                <a:spcBef>
                  <a:spcPts val="0"/>
                </a:spcBef>
                <a:spcAft>
                  <a:spcPts val="0"/>
                </a:spcAft>
                <a:buNone/>
              </a:pPr>
              <a:r>
                <a:rPr b="0" lang="nl-BE" sz="1100">
                  <a:solidFill>
                    <a:srgbClr val="B06000"/>
                  </a:solidFill>
                  <a:latin typeface="Google Sans SemiBold"/>
                  <a:ea typeface="Google Sans SemiBold"/>
                  <a:cs typeface="Google Sans SemiBold"/>
                  <a:sym typeface="Google Sans SemiBold"/>
                </a:rPr>
                <a:t>Lethal DDI Red Alerts</a:t>
              </a:r>
              <a:endParaRPr b="0" sz="1100">
                <a:solidFill>
                  <a:srgbClr val="B06000"/>
                </a:solidFill>
                <a:latin typeface="Google Sans SemiBold"/>
                <a:ea typeface="Google Sans SemiBold"/>
                <a:cs typeface="Google Sans SemiBold"/>
                <a:sym typeface="Google Sans SemiBold"/>
              </a:endParaRPr>
            </a:p>
          </p:txBody>
        </p:sp>
      </p:grpSp>
      <p:grpSp>
        <p:nvGrpSpPr>
          <p:cNvPr id="276" name="Google Shape;276;h2970144f53c11804_0_279"/>
          <p:cNvGrpSpPr/>
          <p:nvPr/>
        </p:nvGrpSpPr>
        <p:grpSpPr>
          <a:xfrm>
            <a:off x="4998720" y="5382542"/>
            <a:ext cx="4267333" cy="3143117"/>
            <a:chOff x="0" y="0"/>
            <a:chExt cx="4000500" cy="1657500"/>
          </a:xfrm>
        </p:grpSpPr>
        <p:sp>
          <p:nvSpPr>
            <p:cNvPr id="277" name="Google Shape;277;h2970144f53c11804_0_279"/>
            <p:cNvSpPr/>
            <p:nvPr/>
          </p:nvSpPr>
          <p:spPr>
            <a:xfrm>
              <a:off x="0" y="0"/>
              <a:ext cx="4000500" cy="1657500"/>
            </a:xfrm>
            <a:prstGeom prst="roundRect">
              <a:avLst>
                <a:gd fmla="val 5747" name="adj"/>
              </a:avLst>
            </a:prstGeom>
            <a:solidFill>
              <a:srgbClr val="F1F1F1"/>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h2970144f53c11804_0_279"/>
            <p:cNvSpPr/>
            <p:nvPr/>
          </p:nvSpPr>
          <p:spPr>
            <a:xfrm>
              <a:off x="0" y="0"/>
              <a:ext cx="57300" cy="1657500"/>
            </a:xfrm>
            <a:prstGeom prst="roundRect">
              <a:avLst>
                <a:gd fmla="val 50000" name="adj"/>
              </a:avLst>
            </a:prstGeom>
            <a:solidFill>
              <a:srgbClr val="137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h2970144f53c11804_0_279"/>
            <p:cNvSpPr txBox="1"/>
            <p:nvPr/>
          </p:nvSpPr>
          <p:spPr>
            <a:xfrm>
              <a:off x="209550" y="152400"/>
              <a:ext cx="3638700" cy="1352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nl-BE" sz="1700">
                  <a:solidFill>
                    <a:srgbClr val="434343"/>
                  </a:solidFill>
                  <a:latin typeface="Google Sans SemiBold"/>
                  <a:ea typeface="Google Sans SemiBold"/>
                  <a:cs typeface="Google Sans SemiBold"/>
                  <a:sym typeface="Google Sans SemiBold"/>
                </a:rPr>
                <a:t>4. Dual-Key Human-in-the-Loop</a:t>
              </a:r>
              <a:endParaRPr b="0" sz="1700">
                <a:solidFill>
                  <a:srgbClr val="434343"/>
                </a:solidFill>
                <a:latin typeface="Google Sans SemiBold"/>
                <a:ea typeface="Google Sans SemiBold"/>
                <a:cs typeface="Google Sans SemiBold"/>
                <a:sym typeface="Google Sans SemiBold"/>
              </a:endParaRPr>
            </a:p>
            <a:p>
              <a:pPr indent="0" lvl="0" marL="0" rtl="0" algn="l">
                <a:spcBef>
                  <a:spcPts val="600"/>
                </a:spcBef>
                <a:spcAft>
                  <a:spcPts val="0"/>
                </a:spcAft>
                <a:buNone/>
              </a:pPr>
              <a:r>
                <a:rPr b="0" lang="nl-BE" sz="1300">
                  <a:solidFill>
                    <a:srgbClr val="666666"/>
                  </a:solidFill>
                  <a:latin typeface="Google Sans"/>
                  <a:ea typeface="Google Sans"/>
                  <a:cs typeface="Google Sans"/>
                  <a:sym typeface="Google Sans"/>
                </a:rPr>
                <a:t>Eliminates automation bias. Prevents single-click approvals by requiring active friction confirmation and independent digital sign-offs from both the Treating Oncologist and Clinical Pharmacist.</a:t>
              </a:r>
              <a:endParaRPr b="0" sz="1300">
                <a:solidFill>
                  <a:srgbClr val="666666"/>
                </a:solidFill>
                <a:latin typeface="Google Sans"/>
                <a:ea typeface="Google Sans"/>
                <a:cs typeface="Google Sans"/>
                <a:sym typeface="Google Sans"/>
              </a:endParaRPr>
            </a:p>
            <a:p>
              <a:pPr indent="0" lvl="0" marL="0" rtl="0" algn="l">
                <a:spcBef>
                  <a:spcPts val="0"/>
                </a:spcBef>
                <a:spcAft>
                  <a:spcPts val="0"/>
                </a:spcAft>
                <a:buNone/>
              </a:pPr>
              <a:r>
                <a:rPr b="0" lang="nl-BE" sz="1100">
                  <a:solidFill>
                    <a:srgbClr val="137333"/>
                  </a:solidFill>
                  <a:highlight>
                    <a:srgbClr val="E6F4EA"/>
                  </a:highlight>
                  <a:latin typeface="Google Sans SemiBold"/>
                  <a:ea typeface="Google Sans SemiBold"/>
                  <a:cs typeface="Google Sans SemiBold"/>
                  <a:sym typeface="Google Sans SemiBold"/>
                </a:rPr>
                <a:t>Dual Specialist Sign-Off</a:t>
              </a:r>
              <a:endParaRPr b="0" sz="1100">
                <a:solidFill>
                  <a:srgbClr val="137333"/>
                </a:solidFill>
                <a:highlight>
                  <a:srgbClr val="E6F4EA"/>
                </a:highlight>
                <a:latin typeface="Google Sans SemiBold"/>
                <a:ea typeface="Google Sans SemiBold"/>
                <a:cs typeface="Google Sans SemiBold"/>
                <a:sym typeface="Google Sans SemiBold"/>
              </a:endParaRPr>
            </a:p>
          </p:txBody>
        </p:sp>
      </p:grpSp>
      <p:grpSp>
        <p:nvGrpSpPr>
          <p:cNvPr id="280" name="Google Shape;280;h2970144f53c11804_0_279"/>
          <p:cNvGrpSpPr/>
          <p:nvPr/>
        </p:nvGrpSpPr>
        <p:grpSpPr>
          <a:xfrm>
            <a:off x="487680" y="8814364"/>
            <a:ext cx="8778514" cy="614401"/>
            <a:chOff x="0" y="0"/>
            <a:chExt cx="8229600" cy="324000"/>
          </a:xfrm>
        </p:grpSpPr>
        <p:sp>
          <p:nvSpPr>
            <p:cNvPr id="281" name="Google Shape;281;h2970144f53c11804_0_279"/>
            <p:cNvSpPr/>
            <p:nvPr/>
          </p:nvSpPr>
          <p:spPr>
            <a:xfrm>
              <a:off x="0" y="0"/>
              <a:ext cx="8229600" cy="324000"/>
            </a:xfrm>
            <a:prstGeom prst="roundRect">
              <a:avLst>
                <a:gd fmla="val 17647" name="adj"/>
              </a:avLst>
            </a:prstGeom>
            <a:solidFill>
              <a:srgbClr val="F8F9FA"/>
            </a:solidFill>
            <a:ln cap="flat" cmpd="sng" w="1280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h2970144f53c11804_0_279"/>
            <p:cNvSpPr txBox="1"/>
            <p:nvPr/>
          </p:nvSpPr>
          <p:spPr>
            <a:xfrm>
              <a:off x="152400" y="0"/>
              <a:ext cx="7924800" cy="3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nl-BE" sz="1200">
                  <a:solidFill>
                    <a:srgbClr val="434343"/>
                  </a:solidFill>
                  <a:latin typeface="Google Sans"/>
                  <a:ea typeface="Google Sans"/>
                  <a:cs typeface="Google Sans"/>
                  <a:sym typeface="Google Sans"/>
                </a:rPr>
                <a:t>Regulatory &amp; Scope Guardrail: Advisory CDSS only (non-prescribing)—recommends guideline-based antiemetic strategies.</a:t>
              </a:r>
              <a:endParaRPr sz="1900"/>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6" name="Shape 286"/>
        <p:cNvGrpSpPr/>
        <p:nvPr/>
      </p:nvGrpSpPr>
      <p:grpSpPr>
        <a:xfrm>
          <a:off x="0" y="0"/>
          <a:ext cx="0" cy="0"/>
          <a:chOff x="0" y="0"/>
          <a:chExt cx="0" cy="0"/>
        </a:xfrm>
      </p:grpSpPr>
      <p:sp>
        <p:nvSpPr>
          <p:cNvPr id="287" name="Google Shape;287;h2970144f53c11804_1_3"/>
          <p:cNvSpPr txBox="1"/>
          <p:nvPr/>
        </p:nvSpPr>
        <p:spPr>
          <a:xfrm>
            <a:off x="457125" y="2247575"/>
            <a:ext cx="8746200" cy="1723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lang="nl-BE" sz="1800">
                <a:solidFill>
                  <a:srgbClr val="434343"/>
                </a:solidFill>
                <a:latin typeface="Google Sans"/>
                <a:ea typeface="Google Sans"/>
                <a:cs typeface="Google Sans"/>
                <a:sym typeface="Google Sans"/>
              </a:rPr>
              <a:t>Make sure you check the following attached </a:t>
            </a:r>
            <a:r>
              <a:rPr b="1" lang="nl-BE" sz="1800">
                <a:solidFill>
                  <a:srgbClr val="434343"/>
                </a:solidFill>
                <a:latin typeface="Google Sans"/>
                <a:ea typeface="Google Sans"/>
                <a:cs typeface="Google Sans"/>
                <a:sym typeface="Google Sans"/>
              </a:rPr>
              <a:t>documents</a:t>
            </a:r>
            <a:endParaRPr b="1" i="0" spc="0" sz="1800" u="none" cap="none" strike="noStrike">
              <a:solidFill>
                <a:srgbClr val="434343"/>
              </a:solidFill>
              <a:latin typeface="Google Sans"/>
              <a:ea typeface="Google Sans"/>
              <a:cs typeface="Google Sans"/>
              <a:sym typeface="Google Sans"/>
            </a:endParaRPr>
          </a:p>
          <a:p>
            <a:pPr indent="-330200" lvl="0" marL="457200" rtl="0" algn="l">
              <a:spcBef>
                <a:spcPts val="900"/>
              </a:spcBef>
              <a:spcAft>
                <a:spcPts val="0"/>
              </a:spcAft>
              <a:buClr>
                <a:schemeClr val="dk2"/>
              </a:buClr>
              <a:buSzPts val="1600"/>
              <a:buFont typeface="Google Sans"/>
              <a:buChar char="•"/>
            </a:pPr>
            <a:r>
              <a:rPr lang="nl-BE" sz="1600">
                <a:solidFill>
                  <a:schemeClr val="dk2"/>
                </a:solidFill>
                <a:latin typeface="Google Sans"/>
                <a:ea typeface="Google Sans"/>
                <a:cs typeface="Google Sans"/>
                <a:sym typeface="Google Sans"/>
              </a:rPr>
              <a:t>Hospital Protocol Baseline • July 2026 Versie 2 - PDF in Dutch</a:t>
            </a:r>
            <a:endParaRPr sz="1600">
              <a:solidFill>
                <a:schemeClr val="dk2"/>
              </a:solidFill>
              <a:latin typeface="Google Sans"/>
              <a:ea typeface="Google Sans"/>
              <a:cs typeface="Google Sans"/>
              <a:sym typeface="Google Sans"/>
            </a:endParaRPr>
          </a:p>
          <a:p>
            <a:pPr indent="-330200" lvl="0" marL="457200" rtl="0" algn="l">
              <a:spcBef>
                <a:spcPts val="900"/>
              </a:spcBef>
              <a:spcAft>
                <a:spcPts val="0"/>
              </a:spcAft>
              <a:buClr>
                <a:schemeClr val="dk2"/>
              </a:buClr>
              <a:buSzPts val="1600"/>
              <a:buFont typeface="Google Sans"/>
              <a:buChar char="•"/>
            </a:pPr>
            <a:r>
              <a:rPr lang="nl-BE" sz="1600">
                <a:solidFill>
                  <a:schemeClr val="dk2"/>
                </a:solidFill>
                <a:latin typeface="Google Sans"/>
                <a:ea typeface="Google Sans"/>
                <a:cs typeface="Google Sans"/>
                <a:sym typeface="Google Sans"/>
              </a:rPr>
              <a:t>User stories - PDF in English</a:t>
            </a:r>
            <a:endParaRPr sz="1600">
              <a:solidFill>
                <a:schemeClr val="dk2"/>
              </a:solidFill>
              <a:latin typeface="Google Sans"/>
              <a:ea typeface="Google Sans"/>
              <a:cs typeface="Google Sans"/>
              <a:sym typeface="Google Sans"/>
            </a:endParaRPr>
          </a:p>
          <a:p>
            <a:pPr indent="-330200" lvl="0" marL="457200" rtl="0" algn="l">
              <a:spcBef>
                <a:spcPts val="900"/>
              </a:spcBef>
              <a:spcAft>
                <a:spcPts val="0"/>
              </a:spcAft>
              <a:buClr>
                <a:schemeClr val="dk2"/>
              </a:buClr>
              <a:buSzPts val="1600"/>
              <a:buFont typeface="Google Sans"/>
              <a:buChar char="•"/>
            </a:pPr>
            <a:r>
              <a:rPr lang="nl-BE" sz="1600">
                <a:solidFill>
                  <a:schemeClr val="dk2"/>
                </a:solidFill>
                <a:latin typeface="Google Sans"/>
                <a:ea typeface="Google Sans"/>
                <a:cs typeface="Google Sans"/>
                <a:sym typeface="Google Sans"/>
              </a:rPr>
              <a:t>Use cases document - PDF in mix Dutch and English</a:t>
            </a:r>
            <a:endParaRPr sz="1600">
              <a:solidFill>
                <a:schemeClr val="dk2"/>
              </a:solidFill>
              <a:latin typeface="Google Sans"/>
              <a:ea typeface="Google Sans"/>
              <a:cs typeface="Google Sans"/>
              <a:sym typeface="Google Sans"/>
            </a:endParaRPr>
          </a:p>
          <a:p>
            <a:pPr indent="0" lvl="0" marL="457200" marR="0" rtl="0" algn="l">
              <a:lnSpc>
                <a:spcPct val="100000"/>
              </a:lnSpc>
              <a:spcBef>
                <a:spcPts val="900"/>
              </a:spcBef>
              <a:spcAft>
                <a:spcPts val="0"/>
              </a:spcAft>
              <a:buNone/>
            </a:pPr>
            <a:r>
              <a:t/>
            </a:r>
            <a:endParaRPr sz="1600">
              <a:solidFill>
                <a:schemeClr val="dk2"/>
              </a:solidFill>
              <a:latin typeface="Google Sans"/>
              <a:ea typeface="Google Sans"/>
              <a:cs typeface="Google Sans"/>
              <a:sym typeface="Google Sans"/>
            </a:endParaRPr>
          </a:p>
        </p:txBody>
      </p:sp>
      <p:sp>
        <p:nvSpPr>
          <p:cNvPr id="288" name="Google Shape;288;h2970144f53c11804_1_3"/>
          <p:cNvSpPr txBox="1"/>
          <p:nvPr/>
        </p:nvSpPr>
        <p:spPr>
          <a:xfrm>
            <a:off x="200814" y="901582"/>
            <a:ext cx="7556700" cy="702900"/>
          </a:xfrm>
          <a:prstGeom prst="rect">
            <a:avLst/>
          </a:prstGeom>
          <a:noFill/>
          <a:ln>
            <a:noFill/>
          </a:ln>
        </p:spPr>
        <p:txBody>
          <a:bodyPr anchorCtr="0" anchor="t" bIns="0" lIns="0" spcFirstLastPara="1" rIns="0" wrap="square" tIns="0">
            <a:spAutoFit/>
          </a:bodyPr>
          <a:lstStyle/>
          <a:p>
            <a:pPr indent="-440036" lvl="0" marL="440036" marR="0" rtl="0" algn="l">
              <a:lnSpc>
                <a:spcPct val="85000"/>
              </a:lnSpc>
              <a:spcBef>
                <a:spcPts val="0"/>
              </a:spcBef>
              <a:spcAft>
                <a:spcPts val="0"/>
              </a:spcAft>
              <a:buClr>
                <a:srgbClr val="000000"/>
              </a:buClr>
              <a:buSzPts val="5373"/>
              <a:buFont typeface="Arial"/>
              <a:buNone/>
            </a:pPr>
            <a:r>
              <a:rPr lang="nl-BE" sz="5373">
                <a:solidFill>
                  <a:srgbClr val="202124"/>
                </a:solidFill>
                <a:latin typeface="Google Sans Medium"/>
                <a:ea typeface="Google Sans Medium"/>
                <a:cs typeface="Google Sans Medium"/>
                <a:sym typeface="Google Sans Medium"/>
              </a:rPr>
              <a:t>Extra References</a:t>
            </a:r>
            <a:endParaRPr b="0" i="0" spc="0" sz="5373" u="none" cap="none" strike="noStrike">
              <a:solidFill>
                <a:srgbClr val="202124"/>
              </a:solidFill>
              <a:latin typeface="Google Sans Medium"/>
              <a:ea typeface="Google Sans Medium"/>
              <a:cs typeface="Google Sans Medium"/>
              <a:sym typeface="Google Sans Medium"/>
            </a:endParaRPr>
          </a:p>
        </p:txBody>
      </p:sp>
      <p:sp>
        <p:nvSpPr>
          <p:cNvPr id="289" name="Google Shape;289;h2970144f53c11804_1_3"/>
          <p:cNvSpPr/>
          <p:nvPr/>
        </p:nvSpPr>
        <p:spPr>
          <a:xfrm>
            <a:off x="3329776" y="8875433"/>
            <a:ext cx="6428047" cy="932317"/>
          </a:xfrm>
          <a:custGeom>
            <a:rect b="b" l="l" r="r" t="t"/>
            <a:pathLst>
              <a:path extrusionOk="0" h="951344" w="6559232">
                <a:moveTo>
                  <a:pt x="6559220" y="951344"/>
                </a:moveTo>
                <a:lnTo>
                  <a:pt x="6559233" y="26"/>
                </a:lnTo>
                <a:cubicBezTo>
                  <a:pt x="6559233" y="13"/>
                  <a:pt x="4693412" y="0"/>
                  <a:pt x="4693412" y="0"/>
                </a:cubicBezTo>
                <a:lnTo>
                  <a:pt x="945045" y="0"/>
                </a:lnTo>
                <a:cubicBezTo>
                  <a:pt x="694411" y="0"/>
                  <a:pt x="454025" y="100051"/>
                  <a:pt x="276796" y="278130"/>
                </a:cubicBezTo>
                <a:cubicBezTo>
                  <a:pt x="99568" y="456222"/>
                  <a:pt x="0" y="697751"/>
                  <a:pt x="0" y="949604"/>
                </a:cubicBezTo>
                <a:cubicBezTo>
                  <a:pt x="0" y="950189"/>
                  <a:pt x="38" y="950760"/>
                  <a:pt x="38" y="951344"/>
                </a:cubicBezTo>
                <a:lnTo>
                  <a:pt x="6559220" y="951344"/>
                </a:lnTo>
                <a:close/>
              </a:path>
            </a:pathLst>
          </a:custGeom>
          <a:gradFill>
            <a:gsLst>
              <a:gs pos="0">
                <a:srgbClr val="FBBC04"/>
              </a:gs>
              <a:gs pos="100000">
                <a:srgbClr val="EA4335"/>
              </a:gs>
            </a:gsLst>
            <a:lin ang="0" scaled="0"/>
          </a:gradFill>
          <a:ln>
            <a:noFill/>
          </a:ln>
        </p:spPr>
        <p:txBody>
          <a:bodyPr anchorCtr="0" anchor="ctr" bIns="44750" lIns="89550" spcFirstLastPara="1" rIns="89550" wrap="square" tIns="44750">
            <a:noAutofit/>
          </a:bodyPr>
          <a:lstStyle/>
          <a:p>
            <a:pPr indent="0" lvl="0" marL="0" marR="0" rtl="0" algn="l">
              <a:lnSpc>
                <a:spcPct val="100000"/>
              </a:lnSpc>
              <a:spcBef>
                <a:spcPts val="0"/>
              </a:spcBef>
              <a:spcAft>
                <a:spcPts val="0"/>
              </a:spcAft>
              <a:buClr>
                <a:srgbClr val="000000"/>
              </a:buClr>
              <a:buSzPts val="1828"/>
              <a:buFont typeface="Arial"/>
              <a:buNone/>
            </a:pPr>
            <a:r>
              <a:t/>
            </a:r>
            <a:endParaRPr b="0" i="0" spc="0" sz="1828" u="none" cap="none" strike="noStrike">
              <a:solidFill>
                <a:srgbClr val="000000"/>
              </a:solidFill>
              <a:latin typeface="Arial"/>
              <a:ea typeface="Arial"/>
              <a:cs typeface="Arial"/>
              <a:sym typeface="Arial"/>
            </a:endParaRPr>
          </a:p>
        </p:txBody>
      </p:sp>
      <p:pic>
        <p:nvPicPr>
          <p:cNvPr id="290" name="Google Shape;290;h2970144f53c11804_1_3" title="Gen_16x9_61_NO BG_Regular_RGB.png"/>
          <p:cNvPicPr preferRelativeResize="0"/>
          <p:nvPr/>
        </p:nvPicPr>
        <p:blipFill rotWithShape="1">
          <a:blip r:embed="rId3">
            <a:alphaModFix/>
          </a:blip>
          <a:srcRect b="54494" l="-4701" r="-3127" t="-4877"/>
          <a:stretch/>
        </p:blipFill>
        <p:spPr>
          <a:xfrm>
            <a:off x="3767050" y="8114500"/>
            <a:ext cx="3680700" cy="1692900"/>
          </a:xfrm>
          <a:prstGeom prst="roundRect">
            <a:avLst>
              <a:gd fmla="val 0" name="adj"/>
            </a:avLst>
          </a:prstGeom>
          <a:noFill/>
          <a:ln>
            <a:noFill/>
          </a:ln>
        </p:spPr>
      </p:pic>
      <p:pic>
        <p:nvPicPr>
          <p:cNvPr id="291" name="Google Shape;291;h2970144f53c11804_1_3"/>
          <p:cNvPicPr preferRelativeResize="0"/>
          <p:nvPr/>
        </p:nvPicPr>
        <p:blipFill rotWithShape="1">
          <a:blip r:embed="rId4">
            <a:alphaModFix/>
          </a:blip>
          <a:srcRect b="0" l="0" r="0" t="0"/>
          <a:stretch/>
        </p:blipFill>
        <p:spPr>
          <a:xfrm>
            <a:off x="8615428" y="9406791"/>
            <a:ext cx="853327" cy="147890"/>
          </a:xfrm>
          <a:prstGeom prst="rect">
            <a:avLst/>
          </a:prstGeom>
          <a:noFill/>
          <a:ln>
            <a:noFill/>
          </a:ln>
        </p:spPr>
      </p:pic>
      <p:pic>
        <p:nvPicPr>
          <p:cNvPr descr="Afbeelding met Lettertype, logo, Graphics, symbool&#10;&#10;Automatisch gegenereerde beschrijving" id="292" name="Google Shape;292;h2970144f53c11804_1_3"/>
          <p:cNvPicPr preferRelativeResize="0"/>
          <p:nvPr/>
        </p:nvPicPr>
        <p:blipFill rotWithShape="1">
          <a:blip r:embed="rId5">
            <a:alphaModFix/>
          </a:blip>
          <a:srcRect b="0" l="0" r="0" t="0"/>
          <a:stretch/>
        </p:blipFill>
        <p:spPr>
          <a:xfrm>
            <a:off x="562227" y="8637057"/>
            <a:ext cx="1514303" cy="647785"/>
          </a:xfrm>
          <a:prstGeom prst="rect">
            <a:avLst/>
          </a:prstGeom>
          <a:noFill/>
          <a:ln>
            <a:noFill/>
          </a:ln>
        </p:spPr>
      </p:pic>
      <p:pic>
        <p:nvPicPr>
          <p:cNvPr descr="Afbeelding met Graphics, clipart, illustratie, ontwerp&#10;&#10;Automatisch gegenereerde beschrijving" id="293" name="Google Shape;293;h2970144f53c11804_1_3"/>
          <p:cNvPicPr preferRelativeResize="0"/>
          <p:nvPr/>
        </p:nvPicPr>
        <p:blipFill rotWithShape="1">
          <a:blip r:embed="rId6">
            <a:alphaModFix/>
          </a:blip>
          <a:srcRect b="0" l="0" r="0" t="0"/>
          <a:stretch/>
        </p:blipFill>
        <p:spPr>
          <a:xfrm>
            <a:off x="5956664" y="901582"/>
            <a:ext cx="3246662" cy="13459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Balliauw, Katleen</dc:creator>
</cp:coreProperties>
</file>