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74" r:id="rId2"/>
  </p:sldMasterIdLst>
  <p:notesMasterIdLst>
    <p:notesMasterId r:id="rId4"/>
  </p:notesMasterIdLst>
  <p:sldIdLst>
    <p:sldId id="256" r:id="rId3"/>
  </p:sldIdLst>
  <p:sldSz cx="9753600" cy="9753600"/>
  <p:notesSz cx="6858000" cy="9144000"/>
  <p:embeddedFontLst>
    <p:embeddedFont>
      <p:font typeface="Google Sans Flex" panose="020B0604020202020204" charset="0"/>
      <p:regular r:id="rId5"/>
      <p:bold r:id="rId6"/>
    </p:embeddedFont>
    <p:embeddedFont>
      <p:font typeface="Google Sans Flex Medium" panose="020B0604020202020204" charset="0"/>
      <p:regular r:id="rId7"/>
      <p:bold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90">
          <p15:clr>
            <a:srgbClr val="747775"/>
          </p15:clr>
        </p15:guide>
        <p15:guide id="2" orient="horz" pos="591">
          <p15:clr>
            <a:srgbClr val="747775"/>
          </p15:clr>
        </p15:guide>
        <p15:guide id="3" pos="127">
          <p15:clr>
            <a:srgbClr val="747775"/>
          </p15:clr>
        </p15:guide>
        <p15:guide id="4" pos="60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490" y="114"/>
      </p:cViewPr>
      <p:guideLst>
        <p:guide orient="horz" pos="1290"/>
        <p:guide orient="horz" pos="591"/>
        <p:guide pos="127"/>
        <p:guide pos="6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1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148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6402f790943c7a8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6402f790943c7a8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32489" y="1411935"/>
            <a:ext cx="9088500" cy="3892200"/>
          </a:xfrm>
          <a:prstGeom prst="rect">
            <a:avLst/>
          </a:prstGeom>
        </p:spPr>
        <p:txBody>
          <a:bodyPr spcFirstLastPara="1" wrap="square" lIns="122800" tIns="122800" rIns="122800" bIns="1228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1pPr>
            <a:lvl2pPr lvl="1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2pPr>
            <a:lvl3pPr lvl="2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3pPr>
            <a:lvl4pPr lvl="3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4pPr>
            <a:lvl5pPr lvl="4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5pPr>
            <a:lvl6pPr lvl="5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6pPr>
            <a:lvl7pPr lvl="6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7pPr>
            <a:lvl8pPr lvl="7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8pPr>
            <a:lvl9pPr lvl="8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32480" y="5374341"/>
            <a:ext cx="9088500" cy="1503000"/>
          </a:xfrm>
          <a:prstGeom prst="rect">
            <a:avLst/>
          </a:prstGeom>
        </p:spPr>
        <p:txBody>
          <a:bodyPr spcFirstLastPara="1" wrap="square" lIns="122800" tIns="122800" rIns="122800" bIns="1228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32480" y="4078649"/>
            <a:ext cx="9088500" cy="15963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36"/>
              <a:buNone/>
              <a:defRPr sz="4836"/>
            </a:lvl1pPr>
            <a:lvl2pPr lvl="1" algn="ctr">
              <a:spcBef>
                <a:spcPts val="0"/>
              </a:spcBef>
              <a:spcAft>
                <a:spcPts val="0"/>
              </a:spcAft>
              <a:buSzPts val="4836"/>
              <a:buNone/>
              <a:defRPr sz="4836"/>
            </a:lvl2pPr>
            <a:lvl3pPr lvl="2" algn="ctr">
              <a:spcBef>
                <a:spcPts val="0"/>
              </a:spcBef>
              <a:spcAft>
                <a:spcPts val="0"/>
              </a:spcAft>
              <a:buSzPts val="4836"/>
              <a:buNone/>
              <a:defRPr sz="4836"/>
            </a:lvl3pPr>
            <a:lvl4pPr lvl="3" algn="ctr">
              <a:spcBef>
                <a:spcPts val="0"/>
              </a:spcBef>
              <a:spcAft>
                <a:spcPts val="0"/>
              </a:spcAft>
              <a:buSzPts val="4836"/>
              <a:buNone/>
              <a:defRPr sz="4836"/>
            </a:lvl4pPr>
            <a:lvl5pPr lvl="4" algn="ctr">
              <a:spcBef>
                <a:spcPts val="0"/>
              </a:spcBef>
              <a:spcAft>
                <a:spcPts val="0"/>
              </a:spcAft>
              <a:buSzPts val="4836"/>
              <a:buNone/>
              <a:defRPr sz="4836"/>
            </a:lvl5pPr>
            <a:lvl6pPr lvl="5" algn="ctr">
              <a:spcBef>
                <a:spcPts val="0"/>
              </a:spcBef>
              <a:spcAft>
                <a:spcPts val="0"/>
              </a:spcAft>
              <a:buSzPts val="4836"/>
              <a:buNone/>
              <a:defRPr sz="4836"/>
            </a:lvl6pPr>
            <a:lvl7pPr lvl="6" algn="ctr">
              <a:spcBef>
                <a:spcPts val="0"/>
              </a:spcBef>
              <a:spcAft>
                <a:spcPts val="0"/>
              </a:spcAft>
              <a:buSzPts val="4836"/>
              <a:buNone/>
              <a:defRPr sz="4836"/>
            </a:lvl7pPr>
            <a:lvl8pPr lvl="7" algn="ctr">
              <a:spcBef>
                <a:spcPts val="0"/>
              </a:spcBef>
              <a:spcAft>
                <a:spcPts val="0"/>
              </a:spcAft>
              <a:buSzPts val="4836"/>
              <a:buNone/>
              <a:defRPr sz="4836"/>
            </a:lvl8pPr>
            <a:lvl9pPr lvl="8" algn="ctr">
              <a:spcBef>
                <a:spcPts val="0"/>
              </a:spcBef>
              <a:spcAft>
                <a:spcPts val="0"/>
              </a:spcAft>
              <a:buSzPts val="4836"/>
              <a:buNone/>
              <a:defRPr sz="4836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32480" y="843899"/>
            <a:ext cx="9088500" cy="1086000"/>
          </a:xfrm>
          <a:prstGeom prst="rect">
            <a:avLst/>
          </a:prstGeom>
        </p:spPr>
        <p:txBody>
          <a:bodyPr spcFirstLastPara="1" wrap="square" lIns="122800" tIns="122800" rIns="122800" bIns="1228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1pPr>
            <a:lvl2pPr lvl="1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2pPr>
            <a:lvl3pPr lvl="2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3pPr>
            <a:lvl4pPr lvl="3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4pPr>
            <a:lvl5pPr lvl="4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5pPr>
            <a:lvl6pPr lvl="5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6pPr>
            <a:lvl7pPr lvl="6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7pPr>
            <a:lvl8pPr lvl="7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8pPr>
            <a:lvl9pPr lvl="8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32480" y="2185434"/>
            <a:ext cx="9088500" cy="6478500"/>
          </a:xfrm>
          <a:prstGeom prst="rect">
            <a:avLst/>
          </a:prstGeom>
        </p:spPr>
        <p:txBody>
          <a:bodyPr spcFirstLastPara="1" wrap="square" lIns="122800" tIns="122800" rIns="122800" bIns="122800" anchor="t" anchorCtr="0">
            <a:normAutofit/>
          </a:bodyPr>
          <a:lstStyle>
            <a:lvl1pPr marL="457200" lvl="0" indent="-382129">
              <a:spcBef>
                <a:spcPts val="0"/>
              </a:spcBef>
              <a:spcAft>
                <a:spcPts val="0"/>
              </a:spcAft>
              <a:buSzPts val="2418"/>
              <a:buChar char="●"/>
              <a:defRPr sz="2418"/>
            </a:lvl1pPr>
            <a:lvl2pPr marL="914400" lvl="1" indent="-348011">
              <a:spcBef>
                <a:spcPts val="0"/>
              </a:spcBef>
              <a:spcAft>
                <a:spcPts val="0"/>
              </a:spcAft>
              <a:buSzPts val="1880"/>
              <a:buChar char="○"/>
              <a:defRPr sz="1880"/>
            </a:lvl2pPr>
            <a:lvl3pPr marL="1371600" lvl="2" indent="-348011">
              <a:spcBef>
                <a:spcPts val="0"/>
              </a:spcBef>
              <a:spcAft>
                <a:spcPts val="0"/>
              </a:spcAft>
              <a:buSzPts val="1880"/>
              <a:buChar char="■"/>
              <a:defRPr sz="1880"/>
            </a:lvl3pPr>
            <a:lvl4pPr marL="1828800" lvl="3" indent="-348011">
              <a:spcBef>
                <a:spcPts val="0"/>
              </a:spcBef>
              <a:spcAft>
                <a:spcPts val="0"/>
              </a:spcAft>
              <a:buSzPts val="1880"/>
              <a:buChar char="●"/>
              <a:defRPr sz="1880"/>
            </a:lvl4pPr>
            <a:lvl5pPr marL="2286000" lvl="4" indent="-348011">
              <a:spcBef>
                <a:spcPts val="0"/>
              </a:spcBef>
              <a:spcAft>
                <a:spcPts val="0"/>
              </a:spcAft>
              <a:buSzPts val="1880"/>
              <a:buChar char="○"/>
              <a:defRPr sz="1880"/>
            </a:lvl5pPr>
            <a:lvl6pPr marL="2743200" lvl="5" indent="-348011">
              <a:spcBef>
                <a:spcPts val="0"/>
              </a:spcBef>
              <a:spcAft>
                <a:spcPts val="0"/>
              </a:spcAft>
              <a:buSzPts val="1880"/>
              <a:buChar char="■"/>
              <a:defRPr sz="1880"/>
            </a:lvl6pPr>
            <a:lvl7pPr marL="3200400" lvl="6" indent="-348011">
              <a:spcBef>
                <a:spcPts val="0"/>
              </a:spcBef>
              <a:spcAft>
                <a:spcPts val="0"/>
              </a:spcAft>
              <a:buSzPts val="1880"/>
              <a:buChar char="●"/>
              <a:defRPr sz="1880"/>
            </a:lvl7pPr>
            <a:lvl8pPr marL="3657600" lvl="7" indent="-348011">
              <a:spcBef>
                <a:spcPts val="0"/>
              </a:spcBef>
              <a:spcAft>
                <a:spcPts val="0"/>
              </a:spcAft>
              <a:buSzPts val="1880"/>
              <a:buChar char="○"/>
              <a:defRPr sz="1880"/>
            </a:lvl8pPr>
            <a:lvl9pPr marL="4114800" lvl="8" indent="-348011">
              <a:spcBef>
                <a:spcPts val="0"/>
              </a:spcBef>
              <a:spcAft>
                <a:spcPts val="0"/>
              </a:spcAft>
              <a:buSzPts val="1880"/>
              <a:buChar char="■"/>
              <a:defRPr sz="188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32480" y="843899"/>
            <a:ext cx="9088500" cy="1086000"/>
          </a:xfrm>
          <a:prstGeom prst="rect">
            <a:avLst/>
          </a:prstGeom>
        </p:spPr>
        <p:txBody>
          <a:bodyPr spcFirstLastPara="1" wrap="square" lIns="122800" tIns="122800" rIns="122800" bIns="1228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1pPr>
            <a:lvl2pPr lvl="1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2pPr>
            <a:lvl3pPr lvl="2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3pPr>
            <a:lvl4pPr lvl="3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4pPr>
            <a:lvl5pPr lvl="4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5pPr>
            <a:lvl6pPr lvl="5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6pPr>
            <a:lvl7pPr lvl="6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7pPr>
            <a:lvl8pPr lvl="7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8pPr>
            <a:lvl9pPr lvl="8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32480" y="2185434"/>
            <a:ext cx="4266600" cy="6478500"/>
          </a:xfrm>
          <a:prstGeom prst="rect">
            <a:avLst/>
          </a:prstGeom>
        </p:spPr>
        <p:txBody>
          <a:bodyPr spcFirstLastPara="1" wrap="square" lIns="122800" tIns="122800" rIns="122800" bIns="122800" anchor="t" anchorCtr="0">
            <a:normAutofit/>
          </a:bodyPr>
          <a:lstStyle>
            <a:lvl1pPr marL="457200" lvl="0" indent="-348011">
              <a:spcBef>
                <a:spcPts val="0"/>
              </a:spcBef>
              <a:spcAft>
                <a:spcPts val="0"/>
              </a:spcAft>
              <a:buSzPts val="1880"/>
              <a:buChar char="●"/>
              <a:defRPr sz="1880"/>
            </a:lvl1pPr>
            <a:lvl2pPr marL="914400" lvl="1" indent="-330952">
              <a:spcBef>
                <a:spcPts val="0"/>
              </a:spcBef>
              <a:spcAft>
                <a:spcPts val="0"/>
              </a:spcAft>
              <a:buSzPts val="1612"/>
              <a:buChar char="○"/>
              <a:defRPr sz="1612"/>
            </a:lvl2pPr>
            <a:lvl3pPr marL="1371600" lvl="2" indent="-330952">
              <a:spcBef>
                <a:spcPts val="0"/>
              </a:spcBef>
              <a:spcAft>
                <a:spcPts val="0"/>
              </a:spcAft>
              <a:buSzPts val="1612"/>
              <a:buChar char="■"/>
              <a:defRPr sz="1612"/>
            </a:lvl3pPr>
            <a:lvl4pPr marL="1828800" lvl="3" indent="-330952">
              <a:spcBef>
                <a:spcPts val="0"/>
              </a:spcBef>
              <a:spcAft>
                <a:spcPts val="0"/>
              </a:spcAft>
              <a:buSzPts val="1612"/>
              <a:buChar char="●"/>
              <a:defRPr sz="1612"/>
            </a:lvl4pPr>
            <a:lvl5pPr marL="2286000" lvl="4" indent="-330952">
              <a:spcBef>
                <a:spcPts val="0"/>
              </a:spcBef>
              <a:spcAft>
                <a:spcPts val="0"/>
              </a:spcAft>
              <a:buSzPts val="1612"/>
              <a:buChar char="○"/>
              <a:defRPr sz="1612"/>
            </a:lvl5pPr>
            <a:lvl6pPr marL="2743200" lvl="5" indent="-330952">
              <a:spcBef>
                <a:spcPts val="0"/>
              </a:spcBef>
              <a:spcAft>
                <a:spcPts val="0"/>
              </a:spcAft>
              <a:buSzPts val="1612"/>
              <a:buChar char="■"/>
              <a:defRPr sz="1612"/>
            </a:lvl6pPr>
            <a:lvl7pPr marL="3200400" lvl="6" indent="-330952">
              <a:spcBef>
                <a:spcPts val="0"/>
              </a:spcBef>
              <a:spcAft>
                <a:spcPts val="0"/>
              </a:spcAft>
              <a:buSzPts val="1612"/>
              <a:buChar char="●"/>
              <a:defRPr sz="1612"/>
            </a:lvl7pPr>
            <a:lvl8pPr marL="3657600" lvl="7" indent="-330953">
              <a:spcBef>
                <a:spcPts val="0"/>
              </a:spcBef>
              <a:spcAft>
                <a:spcPts val="0"/>
              </a:spcAft>
              <a:buSzPts val="1612"/>
              <a:buChar char="○"/>
              <a:defRPr sz="1612"/>
            </a:lvl8pPr>
            <a:lvl9pPr marL="4114800" lvl="8" indent="-330953">
              <a:spcBef>
                <a:spcPts val="0"/>
              </a:spcBef>
              <a:spcAft>
                <a:spcPts val="0"/>
              </a:spcAft>
              <a:buSzPts val="1612"/>
              <a:buChar char="■"/>
              <a:defRPr sz="1612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154560" y="2185434"/>
            <a:ext cx="4266600" cy="6478500"/>
          </a:xfrm>
          <a:prstGeom prst="rect">
            <a:avLst/>
          </a:prstGeom>
        </p:spPr>
        <p:txBody>
          <a:bodyPr spcFirstLastPara="1" wrap="square" lIns="122800" tIns="122800" rIns="122800" bIns="122800" anchor="t" anchorCtr="0">
            <a:normAutofit/>
          </a:bodyPr>
          <a:lstStyle>
            <a:lvl1pPr marL="457200" lvl="0" indent="-348011">
              <a:spcBef>
                <a:spcPts val="0"/>
              </a:spcBef>
              <a:spcAft>
                <a:spcPts val="0"/>
              </a:spcAft>
              <a:buSzPts val="1880"/>
              <a:buChar char="●"/>
              <a:defRPr sz="1880"/>
            </a:lvl1pPr>
            <a:lvl2pPr marL="914400" lvl="1" indent="-330952">
              <a:spcBef>
                <a:spcPts val="0"/>
              </a:spcBef>
              <a:spcAft>
                <a:spcPts val="0"/>
              </a:spcAft>
              <a:buSzPts val="1612"/>
              <a:buChar char="○"/>
              <a:defRPr sz="1612"/>
            </a:lvl2pPr>
            <a:lvl3pPr marL="1371600" lvl="2" indent="-330952">
              <a:spcBef>
                <a:spcPts val="0"/>
              </a:spcBef>
              <a:spcAft>
                <a:spcPts val="0"/>
              </a:spcAft>
              <a:buSzPts val="1612"/>
              <a:buChar char="■"/>
              <a:defRPr sz="1612"/>
            </a:lvl3pPr>
            <a:lvl4pPr marL="1828800" lvl="3" indent="-330952">
              <a:spcBef>
                <a:spcPts val="0"/>
              </a:spcBef>
              <a:spcAft>
                <a:spcPts val="0"/>
              </a:spcAft>
              <a:buSzPts val="1612"/>
              <a:buChar char="●"/>
              <a:defRPr sz="1612"/>
            </a:lvl4pPr>
            <a:lvl5pPr marL="2286000" lvl="4" indent="-330952">
              <a:spcBef>
                <a:spcPts val="0"/>
              </a:spcBef>
              <a:spcAft>
                <a:spcPts val="0"/>
              </a:spcAft>
              <a:buSzPts val="1612"/>
              <a:buChar char="○"/>
              <a:defRPr sz="1612"/>
            </a:lvl5pPr>
            <a:lvl6pPr marL="2743200" lvl="5" indent="-330952">
              <a:spcBef>
                <a:spcPts val="0"/>
              </a:spcBef>
              <a:spcAft>
                <a:spcPts val="0"/>
              </a:spcAft>
              <a:buSzPts val="1612"/>
              <a:buChar char="■"/>
              <a:defRPr sz="1612"/>
            </a:lvl6pPr>
            <a:lvl7pPr marL="3200400" lvl="6" indent="-330952">
              <a:spcBef>
                <a:spcPts val="0"/>
              </a:spcBef>
              <a:spcAft>
                <a:spcPts val="0"/>
              </a:spcAft>
              <a:buSzPts val="1612"/>
              <a:buChar char="●"/>
              <a:defRPr sz="1612"/>
            </a:lvl7pPr>
            <a:lvl8pPr marL="3657600" lvl="7" indent="-330953">
              <a:spcBef>
                <a:spcPts val="0"/>
              </a:spcBef>
              <a:spcAft>
                <a:spcPts val="0"/>
              </a:spcAft>
              <a:buSzPts val="1612"/>
              <a:buChar char="○"/>
              <a:defRPr sz="1612"/>
            </a:lvl8pPr>
            <a:lvl9pPr marL="4114800" lvl="8" indent="-330953">
              <a:spcBef>
                <a:spcPts val="0"/>
              </a:spcBef>
              <a:spcAft>
                <a:spcPts val="0"/>
              </a:spcAft>
              <a:buSzPts val="1612"/>
              <a:buChar char="■"/>
              <a:defRPr sz="1612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32480" y="843899"/>
            <a:ext cx="9088500" cy="1086000"/>
          </a:xfrm>
          <a:prstGeom prst="rect">
            <a:avLst/>
          </a:prstGeom>
        </p:spPr>
        <p:txBody>
          <a:bodyPr spcFirstLastPara="1" wrap="square" lIns="122800" tIns="122800" rIns="122800" bIns="1228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1pPr>
            <a:lvl2pPr lvl="1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2pPr>
            <a:lvl3pPr lvl="2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3pPr>
            <a:lvl4pPr lvl="3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4pPr>
            <a:lvl5pPr lvl="4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5pPr>
            <a:lvl6pPr lvl="5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6pPr>
            <a:lvl7pPr lvl="6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7pPr>
            <a:lvl8pPr lvl="7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8pPr>
            <a:lvl9pPr lvl="8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32480" y="1053582"/>
            <a:ext cx="2995200" cy="1433100"/>
          </a:xfrm>
          <a:prstGeom prst="rect">
            <a:avLst/>
          </a:prstGeom>
        </p:spPr>
        <p:txBody>
          <a:bodyPr spcFirstLastPara="1" wrap="square" lIns="122800" tIns="122800" rIns="122800" bIns="1228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24"/>
              <a:buNone/>
              <a:defRPr sz="3224"/>
            </a:lvl1pPr>
            <a:lvl2pPr lvl="1">
              <a:spcBef>
                <a:spcPts val="0"/>
              </a:spcBef>
              <a:spcAft>
                <a:spcPts val="0"/>
              </a:spcAft>
              <a:buSzPts val="3224"/>
              <a:buNone/>
              <a:defRPr sz="3224"/>
            </a:lvl2pPr>
            <a:lvl3pPr lvl="2">
              <a:spcBef>
                <a:spcPts val="0"/>
              </a:spcBef>
              <a:spcAft>
                <a:spcPts val="0"/>
              </a:spcAft>
              <a:buSzPts val="3224"/>
              <a:buNone/>
              <a:defRPr sz="3224"/>
            </a:lvl3pPr>
            <a:lvl4pPr lvl="3">
              <a:spcBef>
                <a:spcPts val="0"/>
              </a:spcBef>
              <a:spcAft>
                <a:spcPts val="0"/>
              </a:spcAft>
              <a:buSzPts val="3224"/>
              <a:buNone/>
              <a:defRPr sz="3224"/>
            </a:lvl4pPr>
            <a:lvl5pPr lvl="4">
              <a:spcBef>
                <a:spcPts val="0"/>
              </a:spcBef>
              <a:spcAft>
                <a:spcPts val="0"/>
              </a:spcAft>
              <a:buSzPts val="3224"/>
              <a:buNone/>
              <a:defRPr sz="3224"/>
            </a:lvl5pPr>
            <a:lvl6pPr lvl="5">
              <a:spcBef>
                <a:spcPts val="0"/>
              </a:spcBef>
              <a:spcAft>
                <a:spcPts val="0"/>
              </a:spcAft>
              <a:buSzPts val="3224"/>
              <a:buNone/>
              <a:defRPr sz="3224"/>
            </a:lvl6pPr>
            <a:lvl7pPr lvl="6">
              <a:spcBef>
                <a:spcPts val="0"/>
              </a:spcBef>
              <a:spcAft>
                <a:spcPts val="0"/>
              </a:spcAft>
              <a:buSzPts val="3224"/>
              <a:buNone/>
              <a:defRPr sz="3224"/>
            </a:lvl7pPr>
            <a:lvl8pPr lvl="7">
              <a:spcBef>
                <a:spcPts val="0"/>
              </a:spcBef>
              <a:spcAft>
                <a:spcPts val="0"/>
              </a:spcAft>
              <a:buSzPts val="3224"/>
              <a:buNone/>
              <a:defRPr sz="3224"/>
            </a:lvl8pPr>
            <a:lvl9pPr lvl="8">
              <a:spcBef>
                <a:spcPts val="0"/>
              </a:spcBef>
              <a:spcAft>
                <a:spcPts val="0"/>
              </a:spcAft>
              <a:buSzPts val="3224"/>
              <a:buNone/>
              <a:defRPr sz="3224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32480" y="2635093"/>
            <a:ext cx="2995200" cy="6029100"/>
          </a:xfrm>
          <a:prstGeom prst="rect">
            <a:avLst/>
          </a:prstGeom>
        </p:spPr>
        <p:txBody>
          <a:bodyPr spcFirstLastPara="1" wrap="square" lIns="122800" tIns="122800" rIns="122800" bIns="122800" anchor="t" anchorCtr="0">
            <a:normAutofit/>
          </a:bodyPr>
          <a:lstStyle>
            <a:lvl1pPr marL="457200" lvl="0" indent="-330952">
              <a:spcBef>
                <a:spcPts val="0"/>
              </a:spcBef>
              <a:spcAft>
                <a:spcPts val="0"/>
              </a:spcAft>
              <a:buSzPts val="1612"/>
              <a:buChar char="●"/>
              <a:defRPr sz="1612"/>
            </a:lvl1pPr>
            <a:lvl2pPr marL="914400" lvl="1" indent="-330952">
              <a:spcBef>
                <a:spcPts val="0"/>
              </a:spcBef>
              <a:spcAft>
                <a:spcPts val="0"/>
              </a:spcAft>
              <a:buSzPts val="1612"/>
              <a:buChar char="○"/>
              <a:defRPr sz="1612"/>
            </a:lvl2pPr>
            <a:lvl3pPr marL="1371600" lvl="2" indent="-330952">
              <a:spcBef>
                <a:spcPts val="0"/>
              </a:spcBef>
              <a:spcAft>
                <a:spcPts val="0"/>
              </a:spcAft>
              <a:buSzPts val="1612"/>
              <a:buChar char="■"/>
              <a:defRPr sz="1612"/>
            </a:lvl3pPr>
            <a:lvl4pPr marL="1828800" lvl="3" indent="-330952">
              <a:spcBef>
                <a:spcPts val="0"/>
              </a:spcBef>
              <a:spcAft>
                <a:spcPts val="0"/>
              </a:spcAft>
              <a:buSzPts val="1612"/>
              <a:buChar char="●"/>
              <a:defRPr sz="1612"/>
            </a:lvl4pPr>
            <a:lvl5pPr marL="2286000" lvl="4" indent="-330952">
              <a:spcBef>
                <a:spcPts val="0"/>
              </a:spcBef>
              <a:spcAft>
                <a:spcPts val="0"/>
              </a:spcAft>
              <a:buSzPts val="1612"/>
              <a:buChar char="○"/>
              <a:defRPr sz="1612"/>
            </a:lvl5pPr>
            <a:lvl6pPr marL="2743200" lvl="5" indent="-330952">
              <a:spcBef>
                <a:spcPts val="0"/>
              </a:spcBef>
              <a:spcAft>
                <a:spcPts val="0"/>
              </a:spcAft>
              <a:buSzPts val="1612"/>
              <a:buChar char="■"/>
              <a:defRPr sz="1612"/>
            </a:lvl6pPr>
            <a:lvl7pPr marL="3200400" lvl="6" indent="-330952">
              <a:spcBef>
                <a:spcPts val="0"/>
              </a:spcBef>
              <a:spcAft>
                <a:spcPts val="0"/>
              </a:spcAft>
              <a:buSzPts val="1612"/>
              <a:buChar char="●"/>
              <a:defRPr sz="1612"/>
            </a:lvl7pPr>
            <a:lvl8pPr marL="3657600" lvl="7" indent="-330953">
              <a:spcBef>
                <a:spcPts val="0"/>
              </a:spcBef>
              <a:spcAft>
                <a:spcPts val="0"/>
              </a:spcAft>
              <a:buSzPts val="1612"/>
              <a:buChar char="○"/>
              <a:defRPr sz="1612"/>
            </a:lvl8pPr>
            <a:lvl9pPr marL="4114800" lvl="8" indent="-330953">
              <a:spcBef>
                <a:spcPts val="0"/>
              </a:spcBef>
              <a:spcAft>
                <a:spcPts val="0"/>
              </a:spcAft>
              <a:buSzPts val="1612"/>
              <a:buChar char="■"/>
              <a:defRPr sz="1612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22933" y="853618"/>
            <a:ext cx="6792300" cy="7757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47"/>
              <a:buNone/>
              <a:defRPr sz="6447"/>
            </a:lvl1pPr>
            <a:lvl2pPr lvl="1">
              <a:spcBef>
                <a:spcPts val="0"/>
              </a:spcBef>
              <a:spcAft>
                <a:spcPts val="0"/>
              </a:spcAft>
              <a:buSzPts val="6447"/>
              <a:buNone/>
              <a:defRPr sz="6447"/>
            </a:lvl2pPr>
            <a:lvl3pPr lvl="2">
              <a:spcBef>
                <a:spcPts val="0"/>
              </a:spcBef>
              <a:spcAft>
                <a:spcPts val="0"/>
              </a:spcAft>
              <a:buSzPts val="6447"/>
              <a:buNone/>
              <a:defRPr sz="6447"/>
            </a:lvl3pPr>
            <a:lvl4pPr lvl="3">
              <a:spcBef>
                <a:spcPts val="0"/>
              </a:spcBef>
              <a:spcAft>
                <a:spcPts val="0"/>
              </a:spcAft>
              <a:buSzPts val="6447"/>
              <a:buNone/>
              <a:defRPr sz="6447"/>
            </a:lvl4pPr>
            <a:lvl5pPr lvl="4">
              <a:spcBef>
                <a:spcPts val="0"/>
              </a:spcBef>
              <a:spcAft>
                <a:spcPts val="0"/>
              </a:spcAft>
              <a:buSzPts val="6447"/>
              <a:buNone/>
              <a:defRPr sz="6447"/>
            </a:lvl5pPr>
            <a:lvl6pPr lvl="5">
              <a:spcBef>
                <a:spcPts val="0"/>
              </a:spcBef>
              <a:spcAft>
                <a:spcPts val="0"/>
              </a:spcAft>
              <a:buSzPts val="6447"/>
              <a:buNone/>
              <a:defRPr sz="6447"/>
            </a:lvl6pPr>
            <a:lvl7pPr lvl="6">
              <a:spcBef>
                <a:spcPts val="0"/>
              </a:spcBef>
              <a:spcAft>
                <a:spcPts val="0"/>
              </a:spcAft>
              <a:buSzPts val="6447"/>
              <a:buNone/>
              <a:defRPr sz="6447"/>
            </a:lvl7pPr>
            <a:lvl8pPr lvl="7">
              <a:spcBef>
                <a:spcPts val="0"/>
              </a:spcBef>
              <a:spcAft>
                <a:spcPts val="0"/>
              </a:spcAft>
              <a:buSzPts val="6447"/>
              <a:buNone/>
              <a:defRPr sz="6447"/>
            </a:lvl8pPr>
            <a:lvl9pPr lvl="8">
              <a:spcBef>
                <a:spcPts val="0"/>
              </a:spcBef>
              <a:spcAft>
                <a:spcPts val="0"/>
              </a:spcAft>
              <a:buSzPts val="6447"/>
              <a:buNone/>
              <a:defRPr sz="6447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876800" y="-237"/>
            <a:ext cx="4876800" cy="975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2800" tIns="122800" rIns="122800" bIns="12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83200" y="2338465"/>
            <a:ext cx="4314900" cy="2811000"/>
          </a:xfrm>
          <a:prstGeom prst="rect">
            <a:avLst/>
          </a:prstGeom>
        </p:spPr>
        <p:txBody>
          <a:bodyPr spcFirstLastPara="1" wrap="square" lIns="122800" tIns="122800" rIns="122800" bIns="1228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41"/>
              <a:buNone/>
              <a:defRPr sz="5641"/>
            </a:lvl1pPr>
            <a:lvl2pPr lvl="1" algn="ctr">
              <a:spcBef>
                <a:spcPts val="0"/>
              </a:spcBef>
              <a:spcAft>
                <a:spcPts val="0"/>
              </a:spcAft>
              <a:buSzPts val="5641"/>
              <a:buNone/>
              <a:defRPr sz="5641"/>
            </a:lvl2pPr>
            <a:lvl3pPr lvl="2" algn="ctr">
              <a:spcBef>
                <a:spcPts val="0"/>
              </a:spcBef>
              <a:spcAft>
                <a:spcPts val="0"/>
              </a:spcAft>
              <a:buSzPts val="5641"/>
              <a:buNone/>
              <a:defRPr sz="5641"/>
            </a:lvl3pPr>
            <a:lvl4pPr lvl="3" algn="ctr">
              <a:spcBef>
                <a:spcPts val="0"/>
              </a:spcBef>
              <a:spcAft>
                <a:spcPts val="0"/>
              </a:spcAft>
              <a:buSzPts val="5641"/>
              <a:buNone/>
              <a:defRPr sz="5641"/>
            </a:lvl4pPr>
            <a:lvl5pPr lvl="4" algn="ctr">
              <a:spcBef>
                <a:spcPts val="0"/>
              </a:spcBef>
              <a:spcAft>
                <a:spcPts val="0"/>
              </a:spcAft>
              <a:buSzPts val="5641"/>
              <a:buNone/>
              <a:defRPr sz="5641"/>
            </a:lvl5pPr>
            <a:lvl6pPr lvl="5" algn="ctr">
              <a:spcBef>
                <a:spcPts val="0"/>
              </a:spcBef>
              <a:spcAft>
                <a:spcPts val="0"/>
              </a:spcAft>
              <a:buSzPts val="5641"/>
              <a:buNone/>
              <a:defRPr sz="5641"/>
            </a:lvl6pPr>
            <a:lvl7pPr lvl="6" algn="ctr">
              <a:spcBef>
                <a:spcPts val="0"/>
              </a:spcBef>
              <a:spcAft>
                <a:spcPts val="0"/>
              </a:spcAft>
              <a:buSzPts val="5641"/>
              <a:buNone/>
              <a:defRPr sz="5641"/>
            </a:lvl7pPr>
            <a:lvl8pPr lvl="7" algn="ctr">
              <a:spcBef>
                <a:spcPts val="0"/>
              </a:spcBef>
              <a:spcAft>
                <a:spcPts val="0"/>
              </a:spcAft>
              <a:buSzPts val="5641"/>
              <a:buNone/>
              <a:defRPr sz="5641"/>
            </a:lvl8pPr>
            <a:lvl9pPr lvl="8" algn="ctr">
              <a:spcBef>
                <a:spcPts val="0"/>
              </a:spcBef>
              <a:spcAft>
                <a:spcPts val="0"/>
              </a:spcAft>
              <a:buSzPts val="5641"/>
              <a:buNone/>
              <a:defRPr sz="5641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83200" y="5315461"/>
            <a:ext cx="4314900" cy="2342100"/>
          </a:xfrm>
          <a:prstGeom prst="rect">
            <a:avLst/>
          </a:prstGeom>
        </p:spPr>
        <p:txBody>
          <a:bodyPr spcFirstLastPara="1" wrap="square" lIns="122800" tIns="122800" rIns="122800" bIns="1228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21"/>
              <a:buNone/>
              <a:defRPr sz="282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21"/>
              <a:buNone/>
              <a:defRPr sz="282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21"/>
              <a:buNone/>
              <a:defRPr sz="282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21"/>
              <a:buNone/>
              <a:defRPr sz="282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21"/>
              <a:buNone/>
              <a:defRPr sz="282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21"/>
              <a:buNone/>
              <a:defRPr sz="282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21"/>
              <a:buNone/>
              <a:defRPr sz="282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21"/>
              <a:buNone/>
              <a:defRPr sz="282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21"/>
              <a:buNone/>
              <a:defRPr sz="282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268800" y="1373061"/>
            <a:ext cx="4092900" cy="70071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marL="457200" lvl="0" indent="-382129">
              <a:spcBef>
                <a:spcPts val="0"/>
              </a:spcBef>
              <a:spcAft>
                <a:spcPts val="0"/>
              </a:spcAft>
              <a:buSzPts val="2418"/>
              <a:buChar char="●"/>
              <a:defRPr sz="2418"/>
            </a:lvl1pPr>
            <a:lvl2pPr marL="914400" lvl="1" indent="-348011">
              <a:spcBef>
                <a:spcPts val="0"/>
              </a:spcBef>
              <a:spcAft>
                <a:spcPts val="0"/>
              </a:spcAft>
              <a:buSzPts val="1880"/>
              <a:buChar char="○"/>
              <a:defRPr sz="1880"/>
            </a:lvl2pPr>
            <a:lvl3pPr marL="1371600" lvl="2" indent="-348011">
              <a:spcBef>
                <a:spcPts val="0"/>
              </a:spcBef>
              <a:spcAft>
                <a:spcPts val="0"/>
              </a:spcAft>
              <a:buSzPts val="1880"/>
              <a:buChar char="■"/>
              <a:defRPr sz="1880"/>
            </a:lvl3pPr>
            <a:lvl4pPr marL="1828800" lvl="3" indent="-348011">
              <a:spcBef>
                <a:spcPts val="0"/>
              </a:spcBef>
              <a:spcAft>
                <a:spcPts val="0"/>
              </a:spcAft>
              <a:buSzPts val="1880"/>
              <a:buChar char="●"/>
              <a:defRPr sz="1880"/>
            </a:lvl4pPr>
            <a:lvl5pPr marL="2286000" lvl="4" indent="-348011">
              <a:spcBef>
                <a:spcPts val="0"/>
              </a:spcBef>
              <a:spcAft>
                <a:spcPts val="0"/>
              </a:spcAft>
              <a:buSzPts val="1880"/>
              <a:buChar char="○"/>
              <a:defRPr sz="1880"/>
            </a:lvl5pPr>
            <a:lvl6pPr marL="2743200" lvl="5" indent="-348011">
              <a:spcBef>
                <a:spcPts val="0"/>
              </a:spcBef>
              <a:spcAft>
                <a:spcPts val="0"/>
              </a:spcAft>
              <a:buSzPts val="1880"/>
              <a:buChar char="■"/>
              <a:defRPr sz="1880"/>
            </a:lvl6pPr>
            <a:lvl7pPr marL="3200400" lvl="6" indent="-348011">
              <a:spcBef>
                <a:spcPts val="0"/>
              </a:spcBef>
              <a:spcAft>
                <a:spcPts val="0"/>
              </a:spcAft>
              <a:buSzPts val="1880"/>
              <a:buChar char="●"/>
              <a:defRPr sz="1880"/>
            </a:lvl7pPr>
            <a:lvl8pPr marL="3657600" lvl="7" indent="-348011">
              <a:spcBef>
                <a:spcPts val="0"/>
              </a:spcBef>
              <a:spcAft>
                <a:spcPts val="0"/>
              </a:spcAft>
              <a:buSzPts val="1880"/>
              <a:buChar char="○"/>
              <a:defRPr sz="1880"/>
            </a:lvl8pPr>
            <a:lvl9pPr marL="4114800" lvl="8" indent="-348011">
              <a:spcBef>
                <a:spcPts val="0"/>
              </a:spcBef>
              <a:spcAft>
                <a:spcPts val="0"/>
              </a:spcAft>
              <a:buSzPts val="1880"/>
              <a:buChar char="■"/>
              <a:defRPr sz="188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32480" y="8022424"/>
            <a:ext cx="6398700" cy="11475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18"/>
              <a:buNone/>
              <a:defRPr sz="2418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32480" y="2097541"/>
            <a:ext cx="9088500" cy="3723300"/>
          </a:xfrm>
          <a:prstGeom prst="rect">
            <a:avLst/>
          </a:prstGeom>
        </p:spPr>
        <p:txBody>
          <a:bodyPr spcFirstLastPara="1" wrap="square" lIns="122800" tIns="122800" rIns="122800" bIns="1228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119"/>
              <a:buNone/>
              <a:defRPr sz="16119"/>
            </a:lvl1pPr>
            <a:lvl2pPr lvl="1" algn="ctr">
              <a:spcBef>
                <a:spcPts val="0"/>
              </a:spcBef>
              <a:spcAft>
                <a:spcPts val="0"/>
              </a:spcAft>
              <a:buSzPts val="16119"/>
              <a:buNone/>
              <a:defRPr sz="16119"/>
            </a:lvl2pPr>
            <a:lvl3pPr lvl="2" algn="ctr">
              <a:spcBef>
                <a:spcPts val="0"/>
              </a:spcBef>
              <a:spcAft>
                <a:spcPts val="0"/>
              </a:spcAft>
              <a:buSzPts val="16119"/>
              <a:buNone/>
              <a:defRPr sz="16119"/>
            </a:lvl3pPr>
            <a:lvl4pPr lvl="3" algn="ctr">
              <a:spcBef>
                <a:spcPts val="0"/>
              </a:spcBef>
              <a:spcAft>
                <a:spcPts val="0"/>
              </a:spcAft>
              <a:buSzPts val="16119"/>
              <a:buNone/>
              <a:defRPr sz="16119"/>
            </a:lvl4pPr>
            <a:lvl5pPr lvl="4" algn="ctr">
              <a:spcBef>
                <a:spcPts val="0"/>
              </a:spcBef>
              <a:spcAft>
                <a:spcPts val="0"/>
              </a:spcAft>
              <a:buSzPts val="16119"/>
              <a:buNone/>
              <a:defRPr sz="16119"/>
            </a:lvl5pPr>
            <a:lvl6pPr lvl="5" algn="ctr">
              <a:spcBef>
                <a:spcPts val="0"/>
              </a:spcBef>
              <a:spcAft>
                <a:spcPts val="0"/>
              </a:spcAft>
              <a:buSzPts val="16119"/>
              <a:buNone/>
              <a:defRPr sz="16119"/>
            </a:lvl6pPr>
            <a:lvl7pPr lvl="6" algn="ctr">
              <a:spcBef>
                <a:spcPts val="0"/>
              </a:spcBef>
              <a:spcAft>
                <a:spcPts val="0"/>
              </a:spcAft>
              <a:buSzPts val="16119"/>
              <a:buNone/>
              <a:defRPr sz="16119"/>
            </a:lvl7pPr>
            <a:lvl8pPr lvl="7" algn="ctr">
              <a:spcBef>
                <a:spcPts val="0"/>
              </a:spcBef>
              <a:spcAft>
                <a:spcPts val="0"/>
              </a:spcAft>
              <a:buSzPts val="16119"/>
              <a:buNone/>
              <a:defRPr sz="16119"/>
            </a:lvl8pPr>
            <a:lvl9pPr lvl="8" algn="ctr">
              <a:spcBef>
                <a:spcPts val="0"/>
              </a:spcBef>
              <a:spcAft>
                <a:spcPts val="0"/>
              </a:spcAft>
              <a:buSzPts val="16119"/>
              <a:buNone/>
              <a:defRPr sz="16119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32480" y="5977553"/>
            <a:ext cx="9088500" cy="2466600"/>
          </a:xfrm>
          <a:prstGeom prst="rect">
            <a:avLst/>
          </a:prstGeom>
        </p:spPr>
        <p:txBody>
          <a:bodyPr spcFirstLastPara="1" wrap="square" lIns="122800" tIns="122800" rIns="122800" bIns="122800" anchor="t" anchorCtr="0">
            <a:normAutofit/>
          </a:bodyPr>
          <a:lstStyle>
            <a:lvl1pPr marL="457200" lvl="0" indent="-382129" algn="ctr">
              <a:spcBef>
                <a:spcPts val="0"/>
              </a:spcBef>
              <a:spcAft>
                <a:spcPts val="0"/>
              </a:spcAft>
              <a:buSzPts val="2418"/>
              <a:buChar char="●"/>
              <a:defRPr sz="2418"/>
            </a:lvl1pPr>
            <a:lvl2pPr marL="914400" lvl="1" indent="-348011" algn="ctr">
              <a:spcBef>
                <a:spcPts val="0"/>
              </a:spcBef>
              <a:spcAft>
                <a:spcPts val="0"/>
              </a:spcAft>
              <a:buSzPts val="1880"/>
              <a:buChar char="○"/>
              <a:defRPr sz="1880"/>
            </a:lvl2pPr>
            <a:lvl3pPr marL="1371600" lvl="2" indent="-348011" algn="ctr">
              <a:spcBef>
                <a:spcPts val="0"/>
              </a:spcBef>
              <a:spcAft>
                <a:spcPts val="0"/>
              </a:spcAft>
              <a:buSzPts val="1880"/>
              <a:buChar char="■"/>
              <a:defRPr sz="1880"/>
            </a:lvl3pPr>
            <a:lvl4pPr marL="1828800" lvl="3" indent="-348011" algn="ctr">
              <a:spcBef>
                <a:spcPts val="0"/>
              </a:spcBef>
              <a:spcAft>
                <a:spcPts val="0"/>
              </a:spcAft>
              <a:buSzPts val="1880"/>
              <a:buChar char="●"/>
              <a:defRPr sz="1880"/>
            </a:lvl4pPr>
            <a:lvl5pPr marL="2286000" lvl="4" indent="-348011" algn="ctr">
              <a:spcBef>
                <a:spcPts val="0"/>
              </a:spcBef>
              <a:spcAft>
                <a:spcPts val="0"/>
              </a:spcAft>
              <a:buSzPts val="1880"/>
              <a:buChar char="○"/>
              <a:defRPr sz="1880"/>
            </a:lvl5pPr>
            <a:lvl6pPr marL="2743200" lvl="5" indent="-348011" algn="ctr">
              <a:spcBef>
                <a:spcPts val="0"/>
              </a:spcBef>
              <a:spcAft>
                <a:spcPts val="0"/>
              </a:spcAft>
              <a:buSzPts val="1880"/>
              <a:buChar char="■"/>
              <a:defRPr sz="1880"/>
            </a:lvl6pPr>
            <a:lvl7pPr marL="3200400" lvl="6" indent="-348011" algn="ctr">
              <a:spcBef>
                <a:spcPts val="0"/>
              </a:spcBef>
              <a:spcAft>
                <a:spcPts val="0"/>
              </a:spcAft>
              <a:buSzPts val="1880"/>
              <a:buChar char="●"/>
              <a:defRPr sz="1880"/>
            </a:lvl7pPr>
            <a:lvl8pPr marL="3657600" lvl="7" indent="-348011" algn="ctr">
              <a:spcBef>
                <a:spcPts val="0"/>
              </a:spcBef>
              <a:spcAft>
                <a:spcPts val="0"/>
              </a:spcAft>
              <a:buSzPts val="1880"/>
              <a:buChar char="○"/>
              <a:defRPr sz="1880"/>
            </a:lvl8pPr>
            <a:lvl9pPr marL="4114800" lvl="8" indent="-348011" algn="ctr">
              <a:spcBef>
                <a:spcPts val="0"/>
              </a:spcBef>
              <a:spcAft>
                <a:spcPts val="0"/>
              </a:spcAft>
              <a:buSzPts val="1880"/>
              <a:buChar char="■"/>
              <a:defRPr sz="1880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32489" y="1411935"/>
            <a:ext cx="9088500" cy="3892200"/>
          </a:xfrm>
          <a:prstGeom prst="rect">
            <a:avLst/>
          </a:prstGeom>
        </p:spPr>
        <p:txBody>
          <a:bodyPr spcFirstLastPara="1" wrap="square" lIns="122800" tIns="122800" rIns="122800" bIns="1228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1pPr>
            <a:lvl2pPr lvl="1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2pPr>
            <a:lvl3pPr lvl="2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3pPr>
            <a:lvl4pPr lvl="3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4pPr>
            <a:lvl5pPr lvl="4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5pPr>
            <a:lvl6pPr lvl="5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6pPr>
            <a:lvl7pPr lvl="6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7pPr>
            <a:lvl8pPr lvl="7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8pPr>
            <a:lvl9pPr lvl="8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32480" y="5374341"/>
            <a:ext cx="9088500" cy="1503000"/>
          </a:xfrm>
          <a:prstGeom prst="rect">
            <a:avLst/>
          </a:prstGeom>
        </p:spPr>
        <p:txBody>
          <a:bodyPr spcFirstLastPara="1" wrap="square" lIns="122800" tIns="122800" rIns="122800" bIns="1228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32480" y="4078649"/>
            <a:ext cx="9088500" cy="15963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36"/>
              <a:buNone/>
              <a:defRPr sz="4836"/>
            </a:lvl1pPr>
            <a:lvl2pPr lvl="1" algn="ctr">
              <a:spcBef>
                <a:spcPts val="0"/>
              </a:spcBef>
              <a:spcAft>
                <a:spcPts val="0"/>
              </a:spcAft>
              <a:buSzPts val="4836"/>
              <a:buNone/>
              <a:defRPr sz="4836"/>
            </a:lvl2pPr>
            <a:lvl3pPr lvl="2" algn="ctr">
              <a:spcBef>
                <a:spcPts val="0"/>
              </a:spcBef>
              <a:spcAft>
                <a:spcPts val="0"/>
              </a:spcAft>
              <a:buSzPts val="4836"/>
              <a:buNone/>
              <a:defRPr sz="4836"/>
            </a:lvl3pPr>
            <a:lvl4pPr lvl="3" algn="ctr">
              <a:spcBef>
                <a:spcPts val="0"/>
              </a:spcBef>
              <a:spcAft>
                <a:spcPts val="0"/>
              </a:spcAft>
              <a:buSzPts val="4836"/>
              <a:buNone/>
              <a:defRPr sz="4836"/>
            </a:lvl4pPr>
            <a:lvl5pPr lvl="4" algn="ctr">
              <a:spcBef>
                <a:spcPts val="0"/>
              </a:spcBef>
              <a:spcAft>
                <a:spcPts val="0"/>
              </a:spcAft>
              <a:buSzPts val="4836"/>
              <a:buNone/>
              <a:defRPr sz="4836"/>
            </a:lvl5pPr>
            <a:lvl6pPr lvl="5" algn="ctr">
              <a:spcBef>
                <a:spcPts val="0"/>
              </a:spcBef>
              <a:spcAft>
                <a:spcPts val="0"/>
              </a:spcAft>
              <a:buSzPts val="4836"/>
              <a:buNone/>
              <a:defRPr sz="4836"/>
            </a:lvl6pPr>
            <a:lvl7pPr lvl="6" algn="ctr">
              <a:spcBef>
                <a:spcPts val="0"/>
              </a:spcBef>
              <a:spcAft>
                <a:spcPts val="0"/>
              </a:spcAft>
              <a:buSzPts val="4836"/>
              <a:buNone/>
              <a:defRPr sz="4836"/>
            </a:lvl7pPr>
            <a:lvl8pPr lvl="7" algn="ctr">
              <a:spcBef>
                <a:spcPts val="0"/>
              </a:spcBef>
              <a:spcAft>
                <a:spcPts val="0"/>
              </a:spcAft>
              <a:buSzPts val="4836"/>
              <a:buNone/>
              <a:defRPr sz="4836"/>
            </a:lvl8pPr>
            <a:lvl9pPr lvl="8" algn="ctr">
              <a:spcBef>
                <a:spcPts val="0"/>
              </a:spcBef>
              <a:spcAft>
                <a:spcPts val="0"/>
              </a:spcAft>
              <a:buSzPts val="4836"/>
              <a:buNone/>
              <a:defRPr sz="4836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72">
          <p15:clr>
            <a:srgbClr val="E46962"/>
          </p15:clr>
        </p15:guide>
        <p15:guide id="2" pos="3072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32480" y="843899"/>
            <a:ext cx="9088500" cy="1086000"/>
          </a:xfrm>
          <a:prstGeom prst="rect">
            <a:avLst/>
          </a:prstGeom>
        </p:spPr>
        <p:txBody>
          <a:bodyPr spcFirstLastPara="1" wrap="square" lIns="122800" tIns="122800" rIns="122800" bIns="1228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1pPr>
            <a:lvl2pPr lvl="1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2pPr>
            <a:lvl3pPr lvl="2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3pPr>
            <a:lvl4pPr lvl="3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4pPr>
            <a:lvl5pPr lvl="4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5pPr>
            <a:lvl6pPr lvl="5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6pPr>
            <a:lvl7pPr lvl="6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7pPr>
            <a:lvl8pPr lvl="7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8pPr>
            <a:lvl9pPr lvl="8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32480" y="2185434"/>
            <a:ext cx="9088500" cy="6478500"/>
          </a:xfrm>
          <a:prstGeom prst="rect">
            <a:avLst/>
          </a:prstGeom>
        </p:spPr>
        <p:txBody>
          <a:bodyPr spcFirstLastPara="1" wrap="square" lIns="122800" tIns="122800" rIns="122800" bIns="122800" anchor="t" anchorCtr="0">
            <a:normAutofit/>
          </a:bodyPr>
          <a:lstStyle>
            <a:lvl1pPr marL="457200" lvl="0" indent="-382129">
              <a:spcBef>
                <a:spcPts val="0"/>
              </a:spcBef>
              <a:spcAft>
                <a:spcPts val="0"/>
              </a:spcAft>
              <a:buSzPts val="2418"/>
              <a:buChar char="●"/>
              <a:defRPr sz="2418"/>
            </a:lvl1pPr>
            <a:lvl2pPr marL="914400" lvl="1" indent="-348011">
              <a:spcBef>
                <a:spcPts val="0"/>
              </a:spcBef>
              <a:spcAft>
                <a:spcPts val="0"/>
              </a:spcAft>
              <a:buSzPts val="1880"/>
              <a:buChar char="○"/>
              <a:defRPr sz="1880"/>
            </a:lvl2pPr>
            <a:lvl3pPr marL="1371600" lvl="2" indent="-348011">
              <a:spcBef>
                <a:spcPts val="0"/>
              </a:spcBef>
              <a:spcAft>
                <a:spcPts val="0"/>
              </a:spcAft>
              <a:buSzPts val="1880"/>
              <a:buChar char="■"/>
              <a:defRPr sz="1880"/>
            </a:lvl3pPr>
            <a:lvl4pPr marL="1828800" lvl="3" indent="-348011">
              <a:spcBef>
                <a:spcPts val="0"/>
              </a:spcBef>
              <a:spcAft>
                <a:spcPts val="0"/>
              </a:spcAft>
              <a:buSzPts val="1880"/>
              <a:buChar char="●"/>
              <a:defRPr sz="1880"/>
            </a:lvl4pPr>
            <a:lvl5pPr marL="2286000" lvl="4" indent="-348011">
              <a:spcBef>
                <a:spcPts val="0"/>
              </a:spcBef>
              <a:spcAft>
                <a:spcPts val="0"/>
              </a:spcAft>
              <a:buSzPts val="1880"/>
              <a:buChar char="○"/>
              <a:defRPr sz="1880"/>
            </a:lvl5pPr>
            <a:lvl6pPr marL="2743200" lvl="5" indent="-348011">
              <a:spcBef>
                <a:spcPts val="0"/>
              </a:spcBef>
              <a:spcAft>
                <a:spcPts val="0"/>
              </a:spcAft>
              <a:buSzPts val="1880"/>
              <a:buChar char="■"/>
              <a:defRPr sz="1880"/>
            </a:lvl6pPr>
            <a:lvl7pPr marL="3200400" lvl="6" indent="-348011">
              <a:spcBef>
                <a:spcPts val="0"/>
              </a:spcBef>
              <a:spcAft>
                <a:spcPts val="0"/>
              </a:spcAft>
              <a:buSzPts val="1880"/>
              <a:buChar char="●"/>
              <a:defRPr sz="1880"/>
            </a:lvl7pPr>
            <a:lvl8pPr marL="3657600" lvl="7" indent="-348011">
              <a:spcBef>
                <a:spcPts val="0"/>
              </a:spcBef>
              <a:spcAft>
                <a:spcPts val="0"/>
              </a:spcAft>
              <a:buSzPts val="1880"/>
              <a:buChar char="○"/>
              <a:defRPr sz="1880"/>
            </a:lvl8pPr>
            <a:lvl9pPr marL="4114800" lvl="8" indent="-348011">
              <a:spcBef>
                <a:spcPts val="0"/>
              </a:spcBef>
              <a:spcAft>
                <a:spcPts val="0"/>
              </a:spcAft>
              <a:buSzPts val="1880"/>
              <a:buChar char="■"/>
              <a:defRPr sz="188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32480" y="843899"/>
            <a:ext cx="9088500" cy="1086000"/>
          </a:xfrm>
          <a:prstGeom prst="rect">
            <a:avLst/>
          </a:prstGeom>
        </p:spPr>
        <p:txBody>
          <a:bodyPr spcFirstLastPara="1" wrap="square" lIns="122800" tIns="122800" rIns="122800" bIns="1228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1pPr>
            <a:lvl2pPr lvl="1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2pPr>
            <a:lvl3pPr lvl="2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3pPr>
            <a:lvl4pPr lvl="3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4pPr>
            <a:lvl5pPr lvl="4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5pPr>
            <a:lvl6pPr lvl="5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6pPr>
            <a:lvl7pPr lvl="6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7pPr>
            <a:lvl8pPr lvl="7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8pPr>
            <a:lvl9pPr lvl="8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32480" y="2185434"/>
            <a:ext cx="4266600" cy="6478500"/>
          </a:xfrm>
          <a:prstGeom prst="rect">
            <a:avLst/>
          </a:prstGeom>
        </p:spPr>
        <p:txBody>
          <a:bodyPr spcFirstLastPara="1" wrap="square" lIns="122800" tIns="122800" rIns="122800" bIns="122800" anchor="t" anchorCtr="0">
            <a:normAutofit/>
          </a:bodyPr>
          <a:lstStyle>
            <a:lvl1pPr marL="457200" lvl="0" indent="-348011">
              <a:spcBef>
                <a:spcPts val="0"/>
              </a:spcBef>
              <a:spcAft>
                <a:spcPts val="0"/>
              </a:spcAft>
              <a:buSzPts val="1880"/>
              <a:buChar char="●"/>
              <a:defRPr sz="1880"/>
            </a:lvl1pPr>
            <a:lvl2pPr marL="914400" lvl="1" indent="-330952">
              <a:spcBef>
                <a:spcPts val="0"/>
              </a:spcBef>
              <a:spcAft>
                <a:spcPts val="0"/>
              </a:spcAft>
              <a:buSzPts val="1612"/>
              <a:buChar char="○"/>
              <a:defRPr sz="1612"/>
            </a:lvl2pPr>
            <a:lvl3pPr marL="1371600" lvl="2" indent="-330952">
              <a:spcBef>
                <a:spcPts val="0"/>
              </a:spcBef>
              <a:spcAft>
                <a:spcPts val="0"/>
              </a:spcAft>
              <a:buSzPts val="1612"/>
              <a:buChar char="■"/>
              <a:defRPr sz="1612"/>
            </a:lvl3pPr>
            <a:lvl4pPr marL="1828800" lvl="3" indent="-330952">
              <a:spcBef>
                <a:spcPts val="0"/>
              </a:spcBef>
              <a:spcAft>
                <a:spcPts val="0"/>
              </a:spcAft>
              <a:buSzPts val="1612"/>
              <a:buChar char="●"/>
              <a:defRPr sz="1612"/>
            </a:lvl4pPr>
            <a:lvl5pPr marL="2286000" lvl="4" indent="-330952">
              <a:spcBef>
                <a:spcPts val="0"/>
              </a:spcBef>
              <a:spcAft>
                <a:spcPts val="0"/>
              </a:spcAft>
              <a:buSzPts val="1612"/>
              <a:buChar char="○"/>
              <a:defRPr sz="1612"/>
            </a:lvl5pPr>
            <a:lvl6pPr marL="2743200" lvl="5" indent="-330952">
              <a:spcBef>
                <a:spcPts val="0"/>
              </a:spcBef>
              <a:spcAft>
                <a:spcPts val="0"/>
              </a:spcAft>
              <a:buSzPts val="1612"/>
              <a:buChar char="■"/>
              <a:defRPr sz="1612"/>
            </a:lvl6pPr>
            <a:lvl7pPr marL="3200400" lvl="6" indent="-330952">
              <a:spcBef>
                <a:spcPts val="0"/>
              </a:spcBef>
              <a:spcAft>
                <a:spcPts val="0"/>
              </a:spcAft>
              <a:buSzPts val="1612"/>
              <a:buChar char="●"/>
              <a:defRPr sz="1612"/>
            </a:lvl7pPr>
            <a:lvl8pPr marL="3657600" lvl="7" indent="-330953">
              <a:spcBef>
                <a:spcPts val="0"/>
              </a:spcBef>
              <a:spcAft>
                <a:spcPts val="0"/>
              </a:spcAft>
              <a:buSzPts val="1612"/>
              <a:buChar char="○"/>
              <a:defRPr sz="1612"/>
            </a:lvl8pPr>
            <a:lvl9pPr marL="4114800" lvl="8" indent="-330953">
              <a:spcBef>
                <a:spcPts val="0"/>
              </a:spcBef>
              <a:spcAft>
                <a:spcPts val="0"/>
              </a:spcAft>
              <a:buSzPts val="1612"/>
              <a:buChar char="■"/>
              <a:defRPr sz="1612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5154560" y="2185434"/>
            <a:ext cx="4266600" cy="6478500"/>
          </a:xfrm>
          <a:prstGeom prst="rect">
            <a:avLst/>
          </a:prstGeom>
        </p:spPr>
        <p:txBody>
          <a:bodyPr spcFirstLastPara="1" wrap="square" lIns="122800" tIns="122800" rIns="122800" bIns="122800" anchor="t" anchorCtr="0">
            <a:normAutofit/>
          </a:bodyPr>
          <a:lstStyle>
            <a:lvl1pPr marL="457200" lvl="0" indent="-348011">
              <a:spcBef>
                <a:spcPts val="0"/>
              </a:spcBef>
              <a:spcAft>
                <a:spcPts val="0"/>
              </a:spcAft>
              <a:buSzPts val="1880"/>
              <a:buChar char="●"/>
              <a:defRPr sz="1880"/>
            </a:lvl1pPr>
            <a:lvl2pPr marL="914400" lvl="1" indent="-330952">
              <a:spcBef>
                <a:spcPts val="0"/>
              </a:spcBef>
              <a:spcAft>
                <a:spcPts val="0"/>
              </a:spcAft>
              <a:buSzPts val="1612"/>
              <a:buChar char="○"/>
              <a:defRPr sz="1612"/>
            </a:lvl2pPr>
            <a:lvl3pPr marL="1371600" lvl="2" indent="-330952">
              <a:spcBef>
                <a:spcPts val="0"/>
              </a:spcBef>
              <a:spcAft>
                <a:spcPts val="0"/>
              </a:spcAft>
              <a:buSzPts val="1612"/>
              <a:buChar char="■"/>
              <a:defRPr sz="1612"/>
            </a:lvl3pPr>
            <a:lvl4pPr marL="1828800" lvl="3" indent="-330952">
              <a:spcBef>
                <a:spcPts val="0"/>
              </a:spcBef>
              <a:spcAft>
                <a:spcPts val="0"/>
              </a:spcAft>
              <a:buSzPts val="1612"/>
              <a:buChar char="●"/>
              <a:defRPr sz="1612"/>
            </a:lvl4pPr>
            <a:lvl5pPr marL="2286000" lvl="4" indent="-330952">
              <a:spcBef>
                <a:spcPts val="0"/>
              </a:spcBef>
              <a:spcAft>
                <a:spcPts val="0"/>
              </a:spcAft>
              <a:buSzPts val="1612"/>
              <a:buChar char="○"/>
              <a:defRPr sz="1612"/>
            </a:lvl5pPr>
            <a:lvl6pPr marL="2743200" lvl="5" indent="-330952">
              <a:spcBef>
                <a:spcPts val="0"/>
              </a:spcBef>
              <a:spcAft>
                <a:spcPts val="0"/>
              </a:spcAft>
              <a:buSzPts val="1612"/>
              <a:buChar char="■"/>
              <a:defRPr sz="1612"/>
            </a:lvl6pPr>
            <a:lvl7pPr marL="3200400" lvl="6" indent="-330952">
              <a:spcBef>
                <a:spcPts val="0"/>
              </a:spcBef>
              <a:spcAft>
                <a:spcPts val="0"/>
              </a:spcAft>
              <a:buSzPts val="1612"/>
              <a:buChar char="●"/>
              <a:defRPr sz="1612"/>
            </a:lvl7pPr>
            <a:lvl8pPr marL="3657600" lvl="7" indent="-330953">
              <a:spcBef>
                <a:spcPts val="0"/>
              </a:spcBef>
              <a:spcAft>
                <a:spcPts val="0"/>
              </a:spcAft>
              <a:buSzPts val="1612"/>
              <a:buChar char="○"/>
              <a:defRPr sz="1612"/>
            </a:lvl8pPr>
            <a:lvl9pPr marL="4114800" lvl="8" indent="-330953">
              <a:spcBef>
                <a:spcPts val="0"/>
              </a:spcBef>
              <a:spcAft>
                <a:spcPts val="0"/>
              </a:spcAft>
              <a:buSzPts val="1612"/>
              <a:buChar char="■"/>
              <a:defRPr sz="1612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32480" y="843899"/>
            <a:ext cx="9088500" cy="1086000"/>
          </a:xfrm>
          <a:prstGeom prst="rect">
            <a:avLst/>
          </a:prstGeom>
        </p:spPr>
        <p:txBody>
          <a:bodyPr spcFirstLastPara="1" wrap="square" lIns="122800" tIns="122800" rIns="122800" bIns="1228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1pPr>
            <a:lvl2pPr lvl="1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2pPr>
            <a:lvl3pPr lvl="2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3pPr>
            <a:lvl4pPr lvl="3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4pPr>
            <a:lvl5pPr lvl="4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5pPr>
            <a:lvl6pPr lvl="5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6pPr>
            <a:lvl7pPr lvl="6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7pPr>
            <a:lvl8pPr lvl="7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8pPr>
            <a:lvl9pPr lvl="8"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32480" y="1053582"/>
            <a:ext cx="2995200" cy="1433100"/>
          </a:xfrm>
          <a:prstGeom prst="rect">
            <a:avLst/>
          </a:prstGeom>
        </p:spPr>
        <p:txBody>
          <a:bodyPr spcFirstLastPara="1" wrap="square" lIns="122800" tIns="122800" rIns="122800" bIns="1228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24"/>
              <a:buNone/>
              <a:defRPr sz="3224"/>
            </a:lvl1pPr>
            <a:lvl2pPr lvl="1">
              <a:spcBef>
                <a:spcPts val="0"/>
              </a:spcBef>
              <a:spcAft>
                <a:spcPts val="0"/>
              </a:spcAft>
              <a:buSzPts val="3224"/>
              <a:buNone/>
              <a:defRPr sz="3224"/>
            </a:lvl2pPr>
            <a:lvl3pPr lvl="2">
              <a:spcBef>
                <a:spcPts val="0"/>
              </a:spcBef>
              <a:spcAft>
                <a:spcPts val="0"/>
              </a:spcAft>
              <a:buSzPts val="3224"/>
              <a:buNone/>
              <a:defRPr sz="3224"/>
            </a:lvl3pPr>
            <a:lvl4pPr lvl="3">
              <a:spcBef>
                <a:spcPts val="0"/>
              </a:spcBef>
              <a:spcAft>
                <a:spcPts val="0"/>
              </a:spcAft>
              <a:buSzPts val="3224"/>
              <a:buNone/>
              <a:defRPr sz="3224"/>
            </a:lvl4pPr>
            <a:lvl5pPr lvl="4">
              <a:spcBef>
                <a:spcPts val="0"/>
              </a:spcBef>
              <a:spcAft>
                <a:spcPts val="0"/>
              </a:spcAft>
              <a:buSzPts val="3224"/>
              <a:buNone/>
              <a:defRPr sz="3224"/>
            </a:lvl5pPr>
            <a:lvl6pPr lvl="5">
              <a:spcBef>
                <a:spcPts val="0"/>
              </a:spcBef>
              <a:spcAft>
                <a:spcPts val="0"/>
              </a:spcAft>
              <a:buSzPts val="3224"/>
              <a:buNone/>
              <a:defRPr sz="3224"/>
            </a:lvl6pPr>
            <a:lvl7pPr lvl="6">
              <a:spcBef>
                <a:spcPts val="0"/>
              </a:spcBef>
              <a:spcAft>
                <a:spcPts val="0"/>
              </a:spcAft>
              <a:buSzPts val="3224"/>
              <a:buNone/>
              <a:defRPr sz="3224"/>
            </a:lvl7pPr>
            <a:lvl8pPr lvl="7">
              <a:spcBef>
                <a:spcPts val="0"/>
              </a:spcBef>
              <a:spcAft>
                <a:spcPts val="0"/>
              </a:spcAft>
              <a:buSzPts val="3224"/>
              <a:buNone/>
              <a:defRPr sz="3224"/>
            </a:lvl8pPr>
            <a:lvl9pPr lvl="8">
              <a:spcBef>
                <a:spcPts val="0"/>
              </a:spcBef>
              <a:spcAft>
                <a:spcPts val="0"/>
              </a:spcAft>
              <a:buSzPts val="3224"/>
              <a:buNone/>
              <a:defRPr sz="3224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32480" y="2635093"/>
            <a:ext cx="2995200" cy="6029100"/>
          </a:xfrm>
          <a:prstGeom prst="rect">
            <a:avLst/>
          </a:prstGeom>
        </p:spPr>
        <p:txBody>
          <a:bodyPr spcFirstLastPara="1" wrap="square" lIns="122800" tIns="122800" rIns="122800" bIns="122800" anchor="t" anchorCtr="0">
            <a:normAutofit/>
          </a:bodyPr>
          <a:lstStyle>
            <a:lvl1pPr marL="457200" lvl="0" indent="-330952">
              <a:spcBef>
                <a:spcPts val="0"/>
              </a:spcBef>
              <a:spcAft>
                <a:spcPts val="0"/>
              </a:spcAft>
              <a:buSzPts val="1612"/>
              <a:buChar char="●"/>
              <a:defRPr sz="1612"/>
            </a:lvl1pPr>
            <a:lvl2pPr marL="914400" lvl="1" indent="-330952">
              <a:spcBef>
                <a:spcPts val="0"/>
              </a:spcBef>
              <a:spcAft>
                <a:spcPts val="0"/>
              </a:spcAft>
              <a:buSzPts val="1612"/>
              <a:buChar char="○"/>
              <a:defRPr sz="1612"/>
            </a:lvl2pPr>
            <a:lvl3pPr marL="1371600" lvl="2" indent="-330952">
              <a:spcBef>
                <a:spcPts val="0"/>
              </a:spcBef>
              <a:spcAft>
                <a:spcPts val="0"/>
              </a:spcAft>
              <a:buSzPts val="1612"/>
              <a:buChar char="■"/>
              <a:defRPr sz="1612"/>
            </a:lvl3pPr>
            <a:lvl4pPr marL="1828800" lvl="3" indent="-330952">
              <a:spcBef>
                <a:spcPts val="0"/>
              </a:spcBef>
              <a:spcAft>
                <a:spcPts val="0"/>
              </a:spcAft>
              <a:buSzPts val="1612"/>
              <a:buChar char="●"/>
              <a:defRPr sz="1612"/>
            </a:lvl4pPr>
            <a:lvl5pPr marL="2286000" lvl="4" indent="-330952">
              <a:spcBef>
                <a:spcPts val="0"/>
              </a:spcBef>
              <a:spcAft>
                <a:spcPts val="0"/>
              </a:spcAft>
              <a:buSzPts val="1612"/>
              <a:buChar char="○"/>
              <a:defRPr sz="1612"/>
            </a:lvl5pPr>
            <a:lvl6pPr marL="2743200" lvl="5" indent="-330952">
              <a:spcBef>
                <a:spcPts val="0"/>
              </a:spcBef>
              <a:spcAft>
                <a:spcPts val="0"/>
              </a:spcAft>
              <a:buSzPts val="1612"/>
              <a:buChar char="■"/>
              <a:defRPr sz="1612"/>
            </a:lvl6pPr>
            <a:lvl7pPr marL="3200400" lvl="6" indent="-330952">
              <a:spcBef>
                <a:spcPts val="0"/>
              </a:spcBef>
              <a:spcAft>
                <a:spcPts val="0"/>
              </a:spcAft>
              <a:buSzPts val="1612"/>
              <a:buChar char="●"/>
              <a:defRPr sz="1612"/>
            </a:lvl7pPr>
            <a:lvl8pPr marL="3657600" lvl="7" indent="-330953">
              <a:spcBef>
                <a:spcPts val="0"/>
              </a:spcBef>
              <a:spcAft>
                <a:spcPts val="0"/>
              </a:spcAft>
              <a:buSzPts val="1612"/>
              <a:buChar char="○"/>
              <a:defRPr sz="1612"/>
            </a:lvl8pPr>
            <a:lvl9pPr marL="4114800" lvl="8" indent="-330953">
              <a:spcBef>
                <a:spcPts val="0"/>
              </a:spcBef>
              <a:spcAft>
                <a:spcPts val="0"/>
              </a:spcAft>
              <a:buSzPts val="1612"/>
              <a:buChar char="■"/>
              <a:defRPr sz="1612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522933" y="853618"/>
            <a:ext cx="6792300" cy="7757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47"/>
              <a:buNone/>
              <a:defRPr sz="6447"/>
            </a:lvl1pPr>
            <a:lvl2pPr lvl="1">
              <a:spcBef>
                <a:spcPts val="0"/>
              </a:spcBef>
              <a:spcAft>
                <a:spcPts val="0"/>
              </a:spcAft>
              <a:buSzPts val="6447"/>
              <a:buNone/>
              <a:defRPr sz="6447"/>
            </a:lvl2pPr>
            <a:lvl3pPr lvl="2">
              <a:spcBef>
                <a:spcPts val="0"/>
              </a:spcBef>
              <a:spcAft>
                <a:spcPts val="0"/>
              </a:spcAft>
              <a:buSzPts val="6447"/>
              <a:buNone/>
              <a:defRPr sz="6447"/>
            </a:lvl3pPr>
            <a:lvl4pPr lvl="3">
              <a:spcBef>
                <a:spcPts val="0"/>
              </a:spcBef>
              <a:spcAft>
                <a:spcPts val="0"/>
              </a:spcAft>
              <a:buSzPts val="6447"/>
              <a:buNone/>
              <a:defRPr sz="6447"/>
            </a:lvl4pPr>
            <a:lvl5pPr lvl="4">
              <a:spcBef>
                <a:spcPts val="0"/>
              </a:spcBef>
              <a:spcAft>
                <a:spcPts val="0"/>
              </a:spcAft>
              <a:buSzPts val="6447"/>
              <a:buNone/>
              <a:defRPr sz="6447"/>
            </a:lvl5pPr>
            <a:lvl6pPr lvl="5">
              <a:spcBef>
                <a:spcPts val="0"/>
              </a:spcBef>
              <a:spcAft>
                <a:spcPts val="0"/>
              </a:spcAft>
              <a:buSzPts val="6447"/>
              <a:buNone/>
              <a:defRPr sz="6447"/>
            </a:lvl6pPr>
            <a:lvl7pPr lvl="6">
              <a:spcBef>
                <a:spcPts val="0"/>
              </a:spcBef>
              <a:spcAft>
                <a:spcPts val="0"/>
              </a:spcAft>
              <a:buSzPts val="6447"/>
              <a:buNone/>
              <a:defRPr sz="6447"/>
            </a:lvl7pPr>
            <a:lvl8pPr lvl="7">
              <a:spcBef>
                <a:spcPts val="0"/>
              </a:spcBef>
              <a:spcAft>
                <a:spcPts val="0"/>
              </a:spcAft>
              <a:buSzPts val="6447"/>
              <a:buNone/>
              <a:defRPr sz="6447"/>
            </a:lvl8pPr>
            <a:lvl9pPr lvl="8">
              <a:spcBef>
                <a:spcPts val="0"/>
              </a:spcBef>
              <a:spcAft>
                <a:spcPts val="0"/>
              </a:spcAft>
              <a:buSzPts val="6447"/>
              <a:buNone/>
              <a:defRPr sz="6447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876800" y="-237"/>
            <a:ext cx="4876800" cy="975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2800" tIns="122800" rIns="122800" bIns="122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83200" y="2338465"/>
            <a:ext cx="4314900" cy="2811000"/>
          </a:xfrm>
          <a:prstGeom prst="rect">
            <a:avLst/>
          </a:prstGeom>
        </p:spPr>
        <p:txBody>
          <a:bodyPr spcFirstLastPara="1" wrap="square" lIns="122800" tIns="122800" rIns="122800" bIns="1228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41"/>
              <a:buNone/>
              <a:defRPr sz="5641"/>
            </a:lvl1pPr>
            <a:lvl2pPr lvl="1" algn="ctr">
              <a:spcBef>
                <a:spcPts val="0"/>
              </a:spcBef>
              <a:spcAft>
                <a:spcPts val="0"/>
              </a:spcAft>
              <a:buSzPts val="5641"/>
              <a:buNone/>
              <a:defRPr sz="5641"/>
            </a:lvl2pPr>
            <a:lvl3pPr lvl="2" algn="ctr">
              <a:spcBef>
                <a:spcPts val="0"/>
              </a:spcBef>
              <a:spcAft>
                <a:spcPts val="0"/>
              </a:spcAft>
              <a:buSzPts val="5641"/>
              <a:buNone/>
              <a:defRPr sz="5641"/>
            </a:lvl3pPr>
            <a:lvl4pPr lvl="3" algn="ctr">
              <a:spcBef>
                <a:spcPts val="0"/>
              </a:spcBef>
              <a:spcAft>
                <a:spcPts val="0"/>
              </a:spcAft>
              <a:buSzPts val="5641"/>
              <a:buNone/>
              <a:defRPr sz="5641"/>
            </a:lvl4pPr>
            <a:lvl5pPr lvl="4" algn="ctr">
              <a:spcBef>
                <a:spcPts val="0"/>
              </a:spcBef>
              <a:spcAft>
                <a:spcPts val="0"/>
              </a:spcAft>
              <a:buSzPts val="5641"/>
              <a:buNone/>
              <a:defRPr sz="5641"/>
            </a:lvl5pPr>
            <a:lvl6pPr lvl="5" algn="ctr">
              <a:spcBef>
                <a:spcPts val="0"/>
              </a:spcBef>
              <a:spcAft>
                <a:spcPts val="0"/>
              </a:spcAft>
              <a:buSzPts val="5641"/>
              <a:buNone/>
              <a:defRPr sz="5641"/>
            </a:lvl6pPr>
            <a:lvl7pPr lvl="6" algn="ctr">
              <a:spcBef>
                <a:spcPts val="0"/>
              </a:spcBef>
              <a:spcAft>
                <a:spcPts val="0"/>
              </a:spcAft>
              <a:buSzPts val="5641"/>
              <a:buNone/>
              <a:defRPr sz="5641"/>
            </a:lvl7pPr>
            <a:lvl8pPr lvl="7" algn="ctr">
              <a:spcBef>
                <a:spcPts val="0"/>
              </a:spcBef>
              <a:spcAft>
                <a:spcPts val="0"/>
              </a:spcAft>
              <a:buSzPts val="5641"/>
              <a:buNone/>
              <a:defRPr sz="5641"/>
            </a:lvl8pPr>
            <a:lvl9pPr lvl="8" algn="ctr">
              <a:spcBef>
                <a:spcPts val="0"/>
              </a:spcBef>
              <a:spcAft>
                <a:spcPts val="0"/>
              </a:spcAft>
              <a:buSzPts val="5641"/>
              <a:buNone/>
              <a:defRPr sz="5641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83200" y="5315461"/>
            <a:ext cx="4314900" cy="2342100"/>
          </a:xfrm>
          <a:prstGeom prst="rect">
            <a:avLst/>
          </a:prstGeom>
        </p:spPr>
        <p:txBody>
          <a:bodyPr spcFirstLastPara="1" wrap="square" lIns="122800" tIns="122800" rIns="122800" bIns="1228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21"/>
              <a:buNone/>
              <a:defRPr sz="282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21"/>
              <a:buNone/>
              <a:defRPr sz="282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21"/>
              <a:buNone/>
              <a:defRPr sz="282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21"/>
              <a:buNone/>
              <a:defRPr sz="282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21"/>
              <a:buNone/>
              <a:defRPr sz="282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21"/>
              <a:buNone/>
              <a:defRPr sz="282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21"/>
              <a:buNone/>
              <a:defRPr sz="282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21"/>
              <a:buNone/>
              <a:defRPr sz="282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21"/>
              <a:buNone/>
              <a:defRPr sz="2821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5268800" y="1373061"/>
            <a:ext cx="4092900" cy="70071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marL="457200" lvl="0" indent="-382129">
              <a:spcBef>
                <a:spcPts val="0"/>
              </a:spcBef>
              <a:spcAft>
                <a:spcPts val="0"/>
              </a:spcAft>
              <a:buSzPts val="2418"/>
              <a:buChar char="●"/>
              <a:defRPr sz="2418"/>
            </a:lvl1pPr>
            <a:lvl2pPr marL="914400" lvl="1" indent="-348011">
              <a:spcBef>
                <a:spcPts val="0"/>
              </a:spcBef>
              <a:spcAft>
                <a:spcPts val="0"/>
              </a:spcAft>
              <a:buSzPts val="1880"/>
              <a:buChar char="○"/>
              <a:defRPr sz="1880"/>
            </a:lvl2pPr>
            <a:lvl3pPr marL="1371600" lvl="2" indent="-348011">
              <a:spcBef>
                <a:spcPts val="0"/>
              </a:spcBef>
              <a:spcAft>
                <a:spcPts val="0"/>
              </a:spcAft>
              <a:buSzPts val="1880"/>
              <a:buChar char="■"/>
              <a:defRPr sz="1880"/>
            </a:lvl3pPr>
            <a:lvl4pPr marL="1828800" lvl="3" indent="-348011">
              <a:spcBef>
                <a:spcPts val="0"/>
              </a:spcBef>
              <a:spcAft>
                <a:spcPts val="0"/>
              </a:spcAft>
              <a:buSzPts val="1880"/>
              <a:buChar char="●"/>
              <a:defRPr sz="1880"/>
            </a:lvl4pPr>
            <a:lvl5pPr marL="2286000" lvl="4" indent="-348011">
              <a:spcBef>
                <a:spcPts val="0"/>
              </a:spcBef>
              <a:spcAft>
                <a:spcPts val="0"/>
              </a:spcAft>
              <a:buSzPts val="1880"/>
              <a:buChar char="○"/>
              <a:defRPr sz="1880"/>
            </a:lvl5pPr>
            <a:lvl6pPr marL="2743200" lvl="5" indent="-348011">
              <a:spcBef>
                <a:spcPts val="0"/>
              </a:spcBef>
              <a:spcAft>
                <a:spcPts val="0"/>
              </a:spcAft>
              <a:buSzPts val="1880"/>
              <a:buChar char="■"/>
              <a:defRPr sz="1880"/>
            </a:lvl6pPr>
            <a:lvl7pPr marL="3200400" lvl="6" indent="-348011">
              <a:spcBef>
                <a:spcPts val="0"/>
              </a:spcBef>
              <a:spcAft>
                <a:spcPts val="0"/>
              </a:spcAft>
              <a:buSzPts val="1880"/>
              <a:buChar char="●"/>
              <a:defRPr sz="1880"/>
            </a:lvl7pPr>
            <a:lvl8pPr marL="3657600" lvl="7" indent="-348011">
              <a:spcBef>
                <a:spcPts val="0"/>
              </a:spcBef>
              <a:spcAft>
                <a:spcPts val="0"/>
              </a:spcAft>
              <a:buSzPts val="1880"/>
              <a:buChar char="○"/>
              <a:defRPr sz="1880"/>
            </a:lvl8pPr>
            <a:lvl9pPr marL="4114800" lvl="8" indent="-348011">
              <a:spcBef>
                <a:spcPts val="0"/>
              </a:spcBef>
              <a:spcAft>
                <a:spcPts val="0"/>
              </a:spcAft>
              <a:buSzPts val="1880"/>
              <a:buChar char="■"/>
              <a:defRPr sz="1880"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32480" y="8022424"/>
            <a:ext cx="6398700" cy="11475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18"/>
              <a:buNone/>
              <a:defRPr sz="2418"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32480" y="2097541"/>
            <a:ext cx="9088500" cy="3723300"/>
          </a:xfrm>
          <a:prstGeom prst="rect">
            <a:avLst/>
          </a:prstGeom>
        </p:spPr>
        <p:txBody>
          <a:bodyPr spcFirstLastPara="1" wrap="square" lIns="122800" tIns="122800" rIns="122800" bIns="1228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119"/>
              <a:buNone/>
              <a:defRPr sz="16119"/>
            </a:lvl1pPr>
            <a:lvl2pPr lvl="1" algn="ctr">
              <a:spcBef>
                <a:spcPts val="0"/>
              </a:spcBef>
              <a:spcAft>
                <a:spcPts val="0"/>
              </a:spcAft>
              <a:buSzPts val="16119"/>
              <a:buNone/>
              <a:defRPr sz="16119"/>
            </a:lvl2pPr>
            <a:lvl3pPr lvl="2" algn="ctr">
              <a:spcBef>
                <a:spcPts val="0"/>
              </a:spcBef>
              <a:spcAft>
                <a:spcPts val="0"/>
              </a:spcAft>
              <a:buSzPts val="16119"/>
              <a:buNone/>
              <a:defRPr sz="16119"/>
            </a:lvl3pPr>
            <a:lvl4pPr lvl="3" algn="ctr">
              <a:spcBef>
                <a:spcPts val="0"/>
              </a:spcBef>
              <a:spcAft>
                <a:spcPts val="0"/>
              </a:spcAft>
              <a:buSzPts val="16119"/>
              <a:buNone/>
              <a:defRPr sz="16119"/>
            </a:lvl4pPr>
            <a:lvl5pPr lvl="4" algn="ctr">
              <a:spcBef>
                <a:spcPts val="0"/>
              </a:spcBef>
              <a:spcAft>
                <a:spcPts val="0"/>
              </a:spcAft>
              <a:buSzPts val="16119"/>
              <a:buNone/>
              <a:defRPr sz="16119"/>
            </a:lvl5pPr>
            <a:lvl6pPr lvl="5" algn="ctr">
              <a:spcBef>
                <a:spcPts val="0"/>
              </a:spcBef>
              <a:spcAft>
                <a:spcPts val="0"/>
              </a:spcAft>
              <a:buSzPts val="16119"/>
              <a:buNone/>
              <a:defRPr sz="16119"/>
            </a:lvl6pPr>
            <a:lvl7pPr lvl="6" algn="ctr">
              <a:spcBef>
                <a:spcPts val="0"/>
              </a:spcBef>
              <a:spcAft>
                <a:spcPts val="0"/>
              </a:spcAft>
              <a:buSzPts val="16119"/>
              <a:buNone/>
              <a:defRPr sz="16119"/>
            </a:lvl7pPr>
            <a:lvl8pPr lvl="7" algn="ctr">
              <a:spcBef>
                <a:spcPts val="0"/>
              </a:spcBef>
              <a:spcAft>
                <a:spcPts val="0"/>
              </a:spcAft>
              <a:buSzPts val="16119"/>
              <a:buNone/>
              <a:defRPr sz="16119"/>
            </a:lvl8pPr>
            <a:lvl9pPr lvl="8" algn="ctr">
              <a:spcBef>
                <a:spcPts val="0"/>
              </a:spcBef>
              <a:spcAft>
                <a:spcPts val="0"/>
              </a:spcAft>
              <a:buSzPts val="16119"/>
              <a:buNone/>
              <a:defRPr sz="16119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32480" y="5977553"/>
            <a:ext cx="9088500" cy="2466600"/>
          </a:xfrm>
          <a:prstGeom prst="rect">
            <a:avLst/>
          </a:prstGeom>
        </p:spPr>
        <p:txBody>
          <a:bodyPr spcFirstLastPara="1" wrap="square" lIns="122800" tIns="122800" rIns="122800" bIns="122800" anchor="t" anchorCtr="0">
            <a:normAutofit/>
          </a:bodyPr>
          <a:lstStyle>
            <a:lvl1pPr marL="457200" lvl="0" indent="-382129" algn="ctr">
              <a:spcBef>
                <a:spcPts val="0"/>
              </a:spcBef>
              <a:spcAft>
                <a:spcPts val="0"/>
              </a:spcAft>
              <a:buSzPts val="2418"/>
              <a:buChar char="●"/>
              <a:defRPr sz="2418"/>
            </a:lvl1pPr>
            <a:lvl2pPr marL="914400" lvl="1" indent="-348011" algn="ctr">
              <a:spcBef>
                <a:spcPts val="0"/>
              </a:spcBef>
              <a:spcAft>
                <a:spcPts val="0"/>
              </a:spcAft>
              <a:buSzPts val="1880"/>
              <a:buChar char="○"/>
              <a:defRPr sz="1880"/>
            </a:lvl2pPr>
            <a:lvl3pPr marL="1371600" lvl="2" indent="-348011" algn="ctr">
              <a:spcBef>
                <a:spcPts val="0"/>
              </a:spcBef>
              <a:spcAft>
                <a:spcPts val="0"/>
              </a:spcAft>
              <a:buSzPts val="1880"/>
              <a:buChar char="■"/>
              <a:defRPr sz="1880"/>
            </a:lvl3pPr>
            <a:lvl4pPr marL="1828800" lvl="3" indent="-348011" algn="ctr">
              <a:spcBef>
                <a:spcPts val="0"/>
              </a:spcBef>
              <a:spcAft>
                <a:spcPts val="0"/>
              </a:spcAft>
              <a:buSzPts val="1880"/>
              <a:buChar char="●"/>
              <a:defRPr sz="1880"/>
            </a:lvl4pPr>
            <a:lvl5pPr marL="2286000" lvl="4" indent="-348011" algn="ctr">
              <a:spcBef>
                <a:spcPts val="0"/>
              </a:spcBef>
              <a:spcAft>
                <a:spcPts val="0"/>
              </a:spcAft>
              <a:buSzPts val="1880"/>
              <a:buChar char="○"/>
              <a:defRPr sz="1880"/>
            </a:lvl5pPr>
            <a:lvl6pPr marL="2743200" lvl="5" indent="-348011" algn="ctr">
              <a:spcBef>
                <a:spcPts val="0"/>
              </a:spcBef>
              <a:spcAft>
                <a:spcPts val="0"/>
              </a:spcAft>
              <a:buSzPts val="1880"/>
              <a:buChar char="■"/>
              <a:defRPr sz="1880"/>
            </a:lvl6pPr>
            <a:lvl7pPr marL="3200400" lvl="6" indent="-348011" algn="ctr">
              <a:spcBef>
                <a:spcPts val="0"/>
              </a:spcBef>
              <a:spcAft>
                <a:spcPts val="0"/>
              </a:spcAft>
              <a:buSzPts val="1880"/>
              <a:buChar char="●"/>
              <a:defRPr sz="1880"/>
            </a:lvl7pPr>
            <a:lvl8pPr marL="3657600" lvl="7" indent="-348011" algn="ctr">
              <a:spcBef>
                <a:spcPts val="0"/>
              </a:spcBef>
              <a:spcAft>
                <a:spcPts val="0"/>
              </a:spcAft>
              <a:buSzPts val="1880"/>
              <a:buChar char="○"/>
              <a:defRPr sz="1880"/>
            </a:lvl8pPr>
            <a:lvl9pPr marL="4114800" lvl="8" indent="-348011" algn="ctr">
              <a:spcBef>
                <a:spcPts val="0"/>
              </a:spcBef>
              <a:spcAft>
                <a:spcPts val="0"/>
              </a:spcAft>
              <a:buSzPts val="1880"/>
              <a:buChar char="■"/>
              <a:defRPr sz="1880"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7">
  <p:cSld name="TITLE_7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7"/>
          <p:cNvSpPr txBox="1">
            <a:spLocks noGrp="1"/>
          </p:cNvSpPr>
          <p:nvPr>
            <p:ph type="ctrTitle"/>
          </p:nvPr>
        </p:nvSpPr>
        <p:spPr>
          <a:xfrm>
            <a:off x="332489" y="1411935"/>
            <a:ext cx="9088500" cy="3892200"/>
          </a:xfrm>
          <a:prstGeom prst="rect">
            <a:avLst/>
          </a:prstGeom>
        </p:spPr>
        <p:txBody>
          <a:bodyPr spcFirstLastPara="1" wrap="square" lIns="122800" tIns="122800" rIns="122800" bIns="1228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1pPr>
            <a:lvl2pPr lvl="1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2pPr>
            <a:lvl3pPr lvl="2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3pPr>
            <a:lvl4pPr lvl="3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4pPr>
            <a:lvl5pPr lvl="4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5pPr>
            <a:lvl6pPr lvl="5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6pPr>
            <a:lvl7pPr lvl="6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7pPr>
            <a:lvl8pPr lvl="7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8pPr>
            <a:lvl9pPr lvl="8" algn="ctr">
              <a:spcBef>
                <a:spcPts val="0"/>
              </a:spcBef>
              <a:spcAft>
                <a:spcPts val="0"/>
              </a:spcAft>
              <a:buSzPts val="6985"/>
              <a:buNone/>
              <a:defRPr sz="6985"/>
            </a:lvl9pPr>
          </a:lstStyle>
          <a:p>
            <a:endParaRPr/>
          </a:p>
        </p:txBody>
      </p:sp>
      <p:sp>
        <p:nvSpPr>
          <p:cNvPr id="99" name="Google Shape;99;p27"/>
          <p:cNvSpPr txBox="1">
            <a:spLocks noGrp="1"/>
          </p:cNvSpPr>
          <p:nvPr>
            <p:ph type="subTitle" idx="1"/>
          </p:nvPr>
        </p:nvSpPr>
        <p:spPr>
          <a:xfrm>
            <a:off x="332480" y="5374341"/>
            <a:ext cx="9088500" cy="1503000"/>
          </a:xfrm>
          <a:prstGeom prst="rect">
            <a:avLst/>
          </a:prstGeom>
        </p:spPr>
        <p:txBody>
          <a:bodyPr spcFirstLastPara="1" wrap="square" lIns="122800" tIns="122800" rIns="122800" bIns="1228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61"/>
              <a:buNone/>
              <a:defRPr sz="3761"/>
            </a:lvl9pPr>
          </a:lstStyle>
          <a:p>
            <a:endParaRPr/>
          </a:p>
        </p:txBody>
      </p:sp>
      <p:sp>
        <p:nvSpPr>
          <p:cNvPr id="100" name="Google Shape;100;p27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>
              <a:buNone/>
              <a:defRPr sz="1343"/>
            </a:lvl1pPr>
            <a:lvl2pPr lvl="1">
              <a:buNone/>
              <a:defRPr sz="1343"/>
            </a:lvl2pPr>
            <a:lvl3pPr lvl="2">
              <a:buNone/>
              <a:defRPr sz="1343"/>
            </a:lvl3pPr>
            <a:lvl4pPr lvl="3">
              <a:buNone/>
              <a:defRPr sz="1343"/>
            </a:lvl4pPr>
            <a:lvl5pPr lvl="4">
              <a:buNone/>
              <a:defRPr sz="1343"/>
            </a:lvl5pPr>
            <a:lvl6pPr lvl="5">
              <a:buNone/>
              <a:defRPr sz="1343"/>
            </a:lvl6pPr>
            <a:lvl7pPr lvl="6">
              <a:buNone/>
              <a:defRPr sz="1343"/>
            </a:lvl7pPr>
            <a:lvl8pPr lvl="7">
              <a:buNone/>
              <a:defRPr sz="1343"/>
            </a:lvl8pPr>
            <a:lvl9pPr lvl="8">
              <a:buNone/>
              <a:defRPr sz="134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989">
          <p15:clr>
            <a:srgbClr val="E46962"/>
          </p15:clr>
        </p15:guide>
        <p15:guide id="2" pos="5790">
          <p15:clr>
            <a:srgbClr val="E46962"/>
          </p15:clr>
        </p15:guide>
        <p15:guide id="3" pos="155">
          <p15:clr>
            <a:srgbClr val="E46962"/>
          </p15:clr>
        </p15:guide>
        <p15:guide id="4" pos="354">
          <p15:clr>
            <a:srgbClr val="E46962"/>
          </p15:clr>
        </p15:guide>
        <p15:guide id="5" orient="horz" pos="275">
          <p15:clr>
            <a:srgbClr val="E46962"/>
          </p15:clr>
        </p15:guide>
        <p15:guide id="6" orient="horz" pos="630">
          <p15:clr>
            <a:srgbClr val="E46962"/>
          </p15:clr>
        </p15:guide>
        <p15:guide id="7" orient="horz" pos="5514">
          <p15:clr>
            <a:srgbClr val="E46962"/>
          </p15:clr>
        </p15:guide>
        <p15:guide id="8" orient="horz" pos="5869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32480" y="843899"/>
            <a:ext cx="9088500" cy="10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800" tIns="122800" rIns="122800" bIns="1228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61"/>
              <a:buNone/>
              <a:defRPr sz="376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61"/>
              <a:buNone/>
              <a:defRPr sz="376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61"/>
              <a:buNone/>
              <a:defRPr sz="376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61"/>
              <a:buNone/>
              <a:defRPr sz="376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61"/>
              <a:buNone/>
              <a:defRPr sz="376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61"/>
              <a:buNone/>
              <a:defRPr sz="376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61"/>
              <a:buNone/>
              <a:defRPr sz="376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61"/>
              <a:buNone/>
              <a:defRPr sz="376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61"/>
              <a:buNone/>
              <a:defRPr sz="376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32480" y="2185434"/>
            <a:ext cx="9088500" cy="6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800" tIns="122800" rIns="122800" bIns="122800" anchor="t" anchorCtr="0">
            <a:normAutofit/>
          </a:bodyPr>
          <a:lstStyle>
            <a:lvl1pPr marL="457200" lvl="0" indent="-382129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18"/>
              <a:buChar char="●"/>
              <a:defRPr sz="2418">
                <a:solidFill>
                  <a:schemeClr val="dk2"/>
                </a:solidFill>
              </a:defRPr>
            </a:lvl1pPr>
            <a:lvl2pPr marL="914400" lvl="1" indent="-34801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80"/>
              <a:buChar char="○"/>
              <a:defRPr sz="1880">
                <a:solidFill>
                  <a:schemeClr val="dk2"/>
                </a:solidFill>
              </a:defRPr>
            </a:lvl2pPr>
            <a:lvl3pPr marL="1371600" lvl="2" indent="-34801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80"/>
              <a:buChar char="■"/>
              <a:defRPr sz="1880">
                <a:solidFill>
                  <a:schemeClr val="dk2"/>
                </a:solidFill>
              </a:defRPr>
            </a:lvl3pPr>
            <a:lvl4pPr marL="1828800" lvl="3" indent="-34801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80"/>
              <a:buChar char="●"/>
              <a:defRPr sz="1880">
                <a:solidFill>
                  <a:schemeClr val="dk2"/>
                </a:solidFill>
              </a:defRPr>
            </a:lvl4pPr>
            <a:lvl5pPr marL="2286000" lvl="4" indent="-34801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80"/>
              <a:buChar char="○"/>
              <a:defRPr sz="1880">
                <a:solidFill>
                  <a:schemeClr val="dk2"/>
                </a:solidFill>
              </a:defRPr>
            </a:lvl5pPr>
            <a:lvl6pPr marL="2743200" lvl="5" indent="-34801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80"/>
              <a:buChar char="■"/>
              <a:defRPr sz="1880">
                <a:solidFill>
                  <a:schemeClr val="dk2"/>
                </a:solidFill>
              </a:defRPr>
            </a:lvl6pPr>
            <a:lvl7pPr marL="3200400" lvl="6" indent="-34801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80"/>
              <a:buChar char="●"/>
              <a:defRPr sz="1880">
                <a:solidFill>
                  <a:schemeClr val="dk2"/>
                </a:solidFill>
              </a:defRPr>
            </a:lvl7pPr>
            <a:lvl8pPr marL="3657600" lvl="7" indent="-34801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80"/>
              <a:buChar char="○"/>
              <a:defRPr sz="1880">
                <a:solidFill>
                  <a:schemeClr val="dk2"/>
                </a:solidFill>
              </a:defRPr>
            </a:lvl8pPr>
            <a:lvl9pPr marL="4114800" lvl="8" indent="-34801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80"/>
              <a:buChar char="■"/>
              <a:defRPr sz="188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 algn="r">
              <a:buNone/>
              <a:defRPr sz="1343">
                <a:solidFill>
                  <a:schemeClr val="dk2"/>
                </a:solidFill>
              </a:defRPr>
            </a:lvl1pPr>
            <a:lvl2pPr lvl="1" algn="r">
              <a:buNone/>
              <a:defRPr sz="1343">
                <a:solidFill>
                  <a:schemeClr val="dk2"/>
                </a:solidFill>
              </a:defRPr>
            </a:lvl2pPr>
            <a:lvl3pPr lvl="2" algn="r">
              <a:buNone/>
              <a:defRPr sz="1343">
                <a:solidFill>
                  <a:schemeClr val="dk2"/>
                </a:solidFill>
              </a:defRPr>
            </a:lvl3pPr>
            <a:lvl4pPr lvl="3" algn="r">
              <a:buNone/>
              <a:defRPr sz="1343">
                <a:solidFill>
                  <a:schemeClr val="dk2"/>
                </a:solidFill>
              </a:defRPr>
            </a:lvl4pPr>
            <a:lvl5pPr lvl="4" algn="r">
              <a:buNone/>
              <a:defRPr sz="1343">
                <a:solidFill>
                  <a:schemeClr val="dk2"/>
                </a:solidFill>
              </a:defRPr>
            </a:lvl5pPr>
            <a:lvl6pPr lvl="5" algn="r">
              <a:buNone/>
              <a:defRPr sz="1343">
                <a:solidFill>
                  <a:schemeClr val="dk2"/>
                </a:solidFill>
              </a:defRPr>
            </a:lvl6pPr>
            <a:lvl7pPr lvl="6" algn="r">
              <a:buNone/>
              <a:defRPr sz="1343">
                <a:solidFill>
                  <a:schemeClr val="dk2"/>
                </a:solidFill>
              </a:defRPr>
            </a:lvl7pPr>
            <a:lvl8pPr lvl="7" algn="r">
              <a:buNone/>
              <a:defRPr sz="1343">
                <a:solidFill>
                  <a:schemeClr val="dk2"/>
                </a:solidFill>
              </a:defRPr>
            </a:lvl8pPr>
            <a:lvl9pPr lvl="8" algn="r">
              <a:buNone/>
              <a:defRPr sz="1343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32480" y="843899"/>
            <a:ext cx="9088500" cy="10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800" tIns="122800" rIns="122800" bIns="1228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61"/>
              <a:buNone/>
              <a:defRPr sz="376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61"/>
              <a:buNone/>
              <a:defRPr sz="376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61"/>
              <a:buNone/>
              <a:defRPr sz="376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61"/>
              <a:buNone/>
              <a:defRPr sz="376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61"/>
              <a:buNone/>
              <a:defRPr sz="376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61"/>
              <a:buNone/>
              <a:defRPr sz="376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61"/>
              <a:buNone/>
              <a:defRPr sz="376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61"/>
              <a:buNone/>
              <a:defRPr sz="376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61"/>
              <a:buNone/>
              <a:defRPr sz="376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32480" y="2185434"/>
            <a:ext cx="9088500" cy="6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800" tIns="122800" rIns="122800" bIns="122800" anchor="t" anchorCtr="0">
            <a:normAutofit/>
          </a:bodyPr>
          <a:lstStyle>
            <a:lvl1pPr marL="457200" lvl="0" indent="-382129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18"/>
              <a:buChar char="●"/>
              <a:defRPr sz="2418">
                <a:solidFill>
                  <a:schemeClr val="dk2"/>
                </a:solidFill>
              </a:defRPr>
            </a:lvl1pPr>
            <a:lvl2pPr marL="914400" lvl="1" indent="-34801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80"/>
              <a:buChar char="○"/>
              <a:defRPr sz="1880">
                <a:solidFill>
                  <a:schemeClr val="dk2"/>
                </a:solidFill>
              </a:defRPr>
            </a:lvl2pPr>
            <a:lvl3pPr marL="1371600" lvl="2" indent="-34801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80"/>
              <a:buChar char="■"/>
              <a:defRPr sz="1880">
                <a:solidFill>
                  <a:schemeClr val="dk2"/>
                </a:solidFill>
              </a:defRPr>
            </a:lvl3pPr>
            <a:lvl4pPr marL="1828800" lvl="3" indent="-34801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80"/>
              <a:buChar char="●"/>
              <a:defRPr sz="1880">
                <a:solidFill>
                  <a:schemeClr val="dk2"/>
                </a:solidFill>
              </a:defRPr>
            </a:lvl4pPr>
            <a:lvl5pPr marL="2286000" lvl="4" indent="-34801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80"/>
              <a:buChar char="○"/>
              <a:defRPr sz="1880">
                <a:solidFill>
                  <a:schemeClr val="dk2"/>
                </a:solidFill>
              </a:defRPr>
            </a:lvl5pPr>
            <a:lvl6pPr marL="2743200" lvl="5" indent="-34801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80"/>
              <a:buChar char="■"/>
              <a:defRPr sz="1880">
                <a:solidFill>
                  <a:schemeClr val="dk2"/>
                </a:solidFill>
              </a:defRPr>
            </a:lvl6pPr>
            <a:lvl7pPr marL="3200400" lvl="6" indent="-34801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80"/>
              <a:buChar char="●"/>
              <a:defRPr sz="1880">
                <a:solidFill>
                  <a:schemeClr val="dk2"/>
                </a:solidFill>
              </a:defRPr>
            </a:lvl7pPr>
            <a:lvl8pPr marL="3657600" lvl="7" indent="-34801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80"/>
              <a:buChar char="○"/>
              <a:defRPr sz="1880">
                <a:solidFill>
                  <a:schemeClr val="dk2"/>
                </a:solidFill>
              </a:defRPr>
            </a:lvl8pPr>
            <a:lvl9pPr marL="4114800" lvl="8" indent="-34801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80"/>
              <a:buChar char="■"/>
              <a:defRPr sz="188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9037288" y="8842841"/>
            <a:ext cx="585300" cy="7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800" tIns="122800" rIns="122800" bIns="122800" anchor="ctr" anchorCtr="0">
            <a:normAutofit/>
          </a:bodyPr>
          <a:lstStyle>
            <a:lvl1pPr lvl="0" algn="r">
              <a:buNone/>
              <a:defRPr sz="1343">
                <a:solidFill>
                  <a:schemeClr val="dk2"/>
                </a:solidFill>
              </a:defRPr>
            </a:lvl1pPr>
            <a:lvl2pPr lvl="1" algn="r">
              <a:buNone/>
              <a:defRPr sz="1343">
                <a:solidFill>
                  <a:schemeClr val="dk2"/>
                </a:solidFill>
              </a:defRPr>
            </a:lvl2pPr>
            <a:lvl3pPr lvl="2" algn="r">
              <a:buNone/>
              <a:defRPr sz="1343">
                <a:solidFill>
                  <a:schemeClr val="dk2"/>
                </a:solidFill>
              </a:defRPr>
            </a:lvl3pPr>
            <a:lvl4pPr lvl="3" algn="r">
              <a:buNone/>
              <a:defRPr sz="1343">
                <a:solidFill>
                  <a:schemeClr val="dk2"/>
                </a:solidFill>
              </a:defRPr>
            </a:lvl4pPr>
            <a:lvl5pPr lvl="4" algn="r">
              <a:buNone/>
              <a:defRPr sz="1343">
                <a:solidFill>
                  <a:schemeClr val="dk2"/>
                </a:solidFill>
              </a:defRPr>
            </a:lvl5pPr>
            <a:lvl6pPr lvl="5" algn="r">
              <a:buNone/>
              <a:defRPr sz="1343">
                <a:solidFill>
                  <a:schemeClr val="dk2"/>
                </a:solidFill>
              </a:defRPr>
            </a:lvl6pPr>
            <a:lvl7pPr lvl="6" algn="r">
              <a:buNone/>
              <a:defRPr sz="1343">
                <a:solidFill>
                  <a:schemeClr val="dk2"/>
                </a:solidFill>
              </a:defRPr>
            </a:lvl7pPr>
            <a:lvl8pPr lvl="7" algn="r">
              <a:buNone/>
              <a:defRPr sz="1343">
                <a:solidFill>
                  <a:schemeClr val="dk2"/>
                </a:solidFill>
              </a:defRPr>
            </a:lvl8pPr>
            <a:lvl9pPr lvl="8" algn="r">
              <a:buNone/>
              <a:defRPr sz="1343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1" r:id="rId12"/>
    <p:sldLayoutId id="214748367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5">
          <p15:clr>
            <a:srgbClr val="E46962"/>
          </p15:clr>
        </p15:guide>
        <p15:guide id="2" orient="horz" pos="630">
          <p15:clr>
            <a:srgbClr val="E46962"/>
          </p15:clr>
        </p15:guide>
        <p15:guide id="3" pos="5989">
          <p15:clr>
            <a:srgbClr val="E46962"/>
          </p15:clr>
        </p15:guide>
        <p15:guide id="4" pos="5790">
          <p15:clr>
            <a:srgbClr val="E46962"/>
          </p15:clr>
        </p15:guide>
        <p15:guide id="5" orient="horz" pos="5514">
          <p15:clr>
            <a:srgbClr val="E46962"/>
          </p15:clr>
        </p15:guide>
        <p15:guide id="6" orient="horz" pos="5869">
          <p15:clr>
            <a:srgbClr val="E46962"/>
          </p15:clr>
        </p15:guide>
        <p15:guide id="7" pos="155">
          <p15:clr>
            <a:srgbClr val="E46962"/>
          </p15:clr>
        </p15:guide>
        <p15:guide id="8" pos="35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8"/>
          <p:cNvSpPr txBox="1"/>
          <p:nvPr/>
        </p:nvSpPr>
        <p:spPr>
          <a:xfrm>
            <a:off x="5112244" y="338050"/>
            <a:ext cx="40791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375" tIns="86375" rIns="86375" bIns="8637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34">
                <a:solidFill>
                  <a:srgbClr val="212226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Hacking for Good </a:t>
            </a:r>
            <a:r>
              <a:rPr lang="en-GB" sz="1134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| </a:t>
            </a:r>
            <a:r>
              <a:rPr lang="en-GB" sz="1134">
                <a:solidFill>
                  <a:srgbClr val="212226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Solve with Google 2026</a:t>
            </a:r>
            <a:endParaRPr sz="1134">
              <a:solidFill>
                <a:srgbClr val="212226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7" name="Google Shape;107;p28" title="Google_HackingforGood-Logos_RGB.png"/>
          <p:cNvPicPr preferRelativeResize="0"/>
          <p:nvPr/>
        </p:nvPicPr>
        <p:blipFill rotWithShape="1">
          <a:blip r:embed="rId3">
            <a:alphaModFix/>
          </a:blip>
          <a:srcRect l="-2433" r="-2907" b="-20279"/>
          <a:stretch/>
        </p:blipFill>
        <p:spPr>
          <a:xfrm>
            <a:off x="367500" y="186175"/>
            <a:ext cx="4877174" cy="6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8"/>
          <p:cNvSpPr txBox="1"/>
          <p:nvPr/>
        </p:nvSpPr>
        <p:spPr>
          <a:xfrm>
            <a:off x="367500" y="8334050"/>
            <a:ext cx="45093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600" dirty="0">
                <a:solidFill>
                  <a:srgbClr val="212226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Katleen Balliauw &amp; Anthe De Pauw</a:t>
            </a:r>
            <a:endParaRPr sz="1600" dirty="0">
              <a:solidFill>
                <a:srgbClr val="212226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300" dirty="0" err="1">
                <a:solidFill>
                  <a:srgbClr val="21222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Hospital</a:t>
            </a:r>
            <a:r>
              <a:rPr lang="nl-BE" sz="1300" dirty="0">
                <a:solidFill>
                  <a:srgbClr val="21222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</a:t>
            </a:r>
            <a:r>
              <a:rPr lang="nl-BE" sz="1300" dirty="0" err="1">
                <a:solidFill>
                  <a:srgbClr val="21222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Pharmacists</a:t>
            </a:r>
            <a:endParaRPr sz="1300" dirty="0">
              <a:solidFill>
                <a:srgbClr val="21222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21222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University Hospital Antwerp</a:t>
            </a:r>
            <a:endParaRPr sz="1300" dirty="0">
              <a:solidFill>
                <a:srgbClr val="21222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2" name="Afbeelding 1" descr="Afbeelding met Graphics, clipart, illustratie, ontwerp&#10;&#10;Automatisch gegenereerde beschrijving">
            <a:extLst>
              <a:ext uri="{FF2B5EF4-FFF2-40B4-BE49-F238E27FC236}">
                <a16:creationId xmlns:a16="http://schemas.microsoft.com/office/drawing/2014/main" id="{5B349C14-40E4-33F6-681F-9ED37DC9B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551" y="3009572"/>
            <a:ext cx="3494498" cy="1448744"/>
          </a:xfrm>
          <a:prstGeom prst="rect">
            <a:avLst/>
          </a:prstGeom>
        </p:spPr>
      </p:pic>
      <p:sp>
        <p:nvSpPr>
          <p:cNvPr id="3" name="Ovaal 2">
            <a:extLst>
              <a:ext uri="{FF2B5EF4-FFF2-40B4-BE49-F238E27FC236}">
                <a16:creationId xmlns:a16="http://schemas.microsoft.com/office/drawing/2014/main" id="{417E8AF5-ED81-7791-B5D9-F27556406B8B}"/>
              </a:ext>
            </a:extLst>
          </p:cNvPr>
          <p:cNvSpPr/>
          <p:nvPr/>
        </p:nvSpPr>
        <p:spPr>
          <a:xfrm>
            <a:off x="3018053" y="2179374"/>
            <a:ext cx="3601653" cy="339341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95EE4FA3-ED1F-7A11-A7C7-DBA4C0C7A3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9736"/>
          <a:stretch>
            <a:fillRect/>
          </a:stretch>
        </p:blipFill>
        <p:spPr>
          <a:xfrm>
            <a:off x="2285335" y="1734398"/>
            <a:ext cx="1101973" cy="664098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AF4350FE-7B11-E35F-847F-2269354FFE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0799"/>
          <a:stretch>
            <a:fillRect/>
          </a:stretch>
        </p:blipFill>
        <p:spPr>
          <a:xfrm>
            <a:off x="1893609" y="3528690"/>
            <a:ext cx="1016443" cy="703394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90CC3C8A-632B-6A66-E1F0-FD9E7AB5B4A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46000"/>
          <a:stretch>
            <a:fillRect/>
          </a:stretch>
        </p:blipFill>
        <p:spPr>
          <a:xfrm>
            <a:off x="5978873" y="5498689"/>
            <a:ext cx="1290351" cy="696795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D8424A5D-83BF-E737-6D64-D2ECF0543F8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35968"/>
          <a:stretch>
            <a:fillRect/>
          </a:stretch>
        </p:blipFill>
        <p:spPr>
          <a:xfrm>
            <a:off x="4169122" y="1188967"/>
            <a:ext cx="1249436" cy="800034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69CE9F1D-2A6A-3280-90C9-C1236DA2573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33704"/>
          <a:stretch>
            <a:fillRect/>
          </a:stretch>
        </p:blipFill>
        <p:spPr>
          <a:xfrm>
            <a:off x="2622150" y="5498689"/>
            <a:ext cx="1126073" cy="746548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0E4CF51B-1A91-B06B-1902-4C21079EE6B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28927"/>
          <a:stretch>
            <a:fillRect/>
          </a:stretch>
        </p:blipFill>
        <p:spPr>
          <a:xfrm>
            <a:off x="6105865" y="1671462"/>
            <a:ext cx="1111488" cy="789971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C1A95159-1FC5-31E1-8D39-337762FD067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36774"/>
          <a:stretch>
            <a:fillRect/>
          </a:stretch>
        </p:blipFill>
        <p:spPr>
          <a:xfrm>
            <a:off x="6666433" y="3518571"/>
            <a:ext cx="1249435" cy="789971"/>
          </a:xfrm>
          <a:prstGeom prst="rect">
            <a:avLst/>
          </a:prstGeom>
        </p:spPr>
      </p:pic>
      <p:sp>
        <p:nvSpPr>
          <p:cNvPr id="12" name="Google Shape;109;p28">
            <a:extLst>
              <a:ext uri="{FF2B5EF4-FFF2-40B4-BE49-F238E27FC236}">
                <a16:creationId xmlns:a16="http://schemas.microsoft.com/office/drawing/2014/main" id="{8D809B4D-1D89-2E4F-B2F4-D8FAAE9CCD06}"/>
              </a:ext>
            </a:extLst>
          </p:cNvPr>
          <p:cNvSpPr txBox="1"/>
          <p:nvPr/>
        </p:nvSpPr>
        <p:spPr>
          <a:xfrm>
            <a:off x="571500" y="6629064"/>
            <a:ext cx="8186306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Every child with cancer deserves comfort!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rgbClr val="0070C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70C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Help us develop </a:t>
            </a:r>
            <a:r>
              <a:rPr lang="en-US" sz="2000" dirty="0" err="1">
                <a:solidFill>
                  <a:srgbClr val="0070C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AImesis</a:t>
            </a:r>
            <a:r>
              <a:rPr lang="en-US" sz="2000" dirty="0">
                <a:solidFill>
                  <a:srgbClr val="0070C0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 to give children facing chemotherapy a better quality of life.</a:t>
            </a:r>
            <a:endParaRPr sz="2000" dirty="0">
              <a:solidFill>
                <a:srgbClr val="0070C0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4" name="Afbeelding 13" descr="Afbeelding met Lettertype, logo, Graphics, symbool&#10;&#10;Automatisch gegenereerde beschrijving">
            <a:extLst>
              <a:ext uri="{FF2B5EF4-FFF2-40B4-BE49-F238E27FC236}">
                <a16:creationId xmlns:a16="http://schemas.microsoft.com/office/drawing/2014/main" id="{5F721DD9-3234-BF39-413C-19D96B485C7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65940" y="8443366"/>
            <a:ext cx="1514304" cy="6477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41</Words>
  <Application>Microsoft Office PowerPoint</Application>
  <PresentationFormat>Aangepast</PresentationFormat>
  <Paragraphs>7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2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Google Sans Flex Medium</vt:lpstr>
      <vt:lpstr>Arial</vt:lpstr>
      <vt:lpstr>Google Sans Flex</vt:lpstr>
      <vt:lpstr>Simple Light</vt:lpstr>
      <vt:lpstr>Simple Light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Balliauw, Katleen</dc:creator>
  <cp:lastModifiedBy>De Pauw, Anthe</cp:lastModifiedBy>
  <cp:revision>7</cp:revision>
  <dcterms:modified xsi:type="dcterms:W3CDTF">2026-10-21T12:39:40Z</dcterms:modified>
</cp:coreProperties>
</file>